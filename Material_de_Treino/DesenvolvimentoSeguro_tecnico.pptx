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4" r:id="rId11"/>
    <p:sldId id="275" r:id="rId12"/>
    <p:sldId id="265" r:id="rId13"/>
    <p:sldId id="276" r:id="rId14"/>
    <p:sldId id="277" r:id="rId15"/>
    <p:sldId id="266" r:id="rId16"/>
    <p:sldId id="279" r:id="rId17"/>
    <p:sldId id="278" r:id="rId18"/>
    <p:sldId id="267" r:id="rId19"/>
    <p:sldId id="280" r:id="rId20"/>
    <p:sldId id="281" r:id="rId21"/>
    <p:sldId id="268" r:id="rId22"/>
    <p:sldId id="282" r:id="rId23"/>
    <p:sldId id="283" r:id="rId24"/>
    <p:sldId id="269" r:id="rId25"/>
    <p:sldId id="284" r:id="rId26"/>
    <p:sldId id="285" r:id="rId27"/>
    <p:sldId id="286" r:id="rId28"/>
    <p:sldId id="270" r:id="rId29"/>
    <p:sldId id="287" r:id="rId30"/>
    <p:sldId id="289" r:id="rId31"/>
    <p:sldId id="271" r:id="rId32"/>
    <p:sldId id="290" r:id="rId33"/>
    <p:sldId id="291" r:id="rId34"/>
    <p:sldId id="272" r:id="rId35"/>
    <p:sldId id="292" r:id="rId36"/>
    <p:sldId id="293" r:id="rId37"/>
    <p:sldId id="273" r:id="rId38"/>
    <p:sldId id="295" r:id="rId39"/>
    <p:sldId id="294" r:id="rId40"/>
    <p:sldId id="296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DBB8C58-7F32-9A6A-A4CE-F287C69F8E41}" v="2" dt="2025-07-06T11:30:54.4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tor Domingues Ribeiro" userId="S::1242206@isep.ipp.pt::52a0b6ee-c18d-477f-9954-7fc582fc1887" providerId="AD" clId="Web-{49334206-B89C-D779-CE3F-0C71D1464D40}"/>
    <pc:docChg chg="addSld delSld modSld sldOrd">
      <pc:chgData name="Vitor Domingues Ribeiro" userId="S::1242206@isep.ipp.pt::52a0b6ee-c18d-477f-9954-7fc582fc1887" providerId="AD" clId="Web-{49334206-B89C-D779-CE3F-0C71D1464D40}" dt="2025-07-03T21:28:06.179" v="991" actId="20577"/>
      <pc:docMkLst>
        <pc:docMk/>
      </pc:docMkLst>
      <pc:sldChg chg="modSp">
        <pc:chgData name="Vitor Domingues Ribeiro" userId="S::1242206@isep.ipp.pt::52a0b6ee-c18d-477f-9954-7fc582fc1887" providerId="AD" clId="Web-{49334206-B89C-D779-CE3F-0C71D1464D40}" dt="2025-07-03T10:41:16.649" v="9" actId="20577"/>
        <pc:sldMkLst>
          <pc:docMk/>
          <pc:sldMk cId="109857222" sldId="256"/>
        </pc:sldMkLst>
        <pc:spChg chg="mod">
          <ac:chgData name="Vitor Domingues Ribeiro" userId="S::1242206@isep.ipp.pt::52a0b6ee-c18d-477f-9954-7fc582fc1887" providerId="AD" clId="Web-{49334206-B89C-D779-CE3F-0C71D1464D40}" dt="2025-07-03T10:41:16.649" v="9" actId="20577"/>
          <ac:spMkLst>
            <pc:docMk/>
            <pc:sldMk cId="109857222" sldId="256"/>
            <ac:spMk id="2" creationId="{00000000-0000-0000-0000-000000000000}"/>
          </ac:spMkLst>
        </pc:spChg>
      </pc:sldChg>
      <pc:sldChg chg="modSp new">
        <pc:chgData name="Vitor Domingues Ribeiro" userId="S::1242206@isep.ipp.pt::52a0b6ee-c18d-477f-9954-7fc582fc1887" providerId="AD" clId="Web-{49334206-B89C-D779-CE3F-0C71D1464D40}" dt="2025-07-03T10:41:28.493" v="18" actId="20577"/>
        <pc:sldMkLst>
          <pc:docMk/>
          <pc:sldMk cId="661008826" sldId="257"/>
        </pc:sldMkLst>
        <pc:spChg chg="mod">
          <ac:chgData name="Vitor Domingues Ribeiro" userId="S::1242206@isep.ipp.pt::52a0b6ee-c18d-477f-9954-7fc582fc1887" providerId="AD" clId="Web-{49334206-B89C-D779-CE3F-0C71D1464D40}" dt="2025-07-03T10:41:23.149" v="14" actId="20577"/>
          <ac:spMkLst>
            <pc:docMk/>
            <pc:sldMk cId="661008826" sldId="257"/>
            <ac:spMk id="2" creationId="{B05F89A7-56B7-26E9-2611-8524928587FA}"/>
          </ac:spMkLst>
        </pc:spChg>
        <pc:spChg chg="mod">
          <ac:chgData name="Vitor Domingues Ribeiro" userId="S::1242206@isep.ipp.pt::52a0b6ee-c18d-477f-9954-7fc582fc1887" providerId="AD" clId="Web-{49334206-B89C-D779-CE3F-0C71D1464D40}" dt="2025-07-03T10:41:28.493" v="18" actId="20577"/>
          <ac:spMkLst>
            <pc:docMk/>
            <pc:sldMk cId="661008826" sldId="257"/>
            <ac:spMk id="3" creationId="{1E06CCB7-9DB7-C3B9-9DA8-1A05177126A9}"/>
          </ac:spMkLst>
        </pc:spChg>
      </pc:sldChg>
      <pc:sldChg chg="modSp new">
        <pc:chgData name="Vitor Domingues Ribeiro" userId="S::1242206@isep.ipp.pt::52a0b6ee-c18d-477f-9954-7fc582fc1887" providerId="AD" clId="Web-{49334206-B89C-D779-CE3F-0C71D1464D40}" dt="2025-07-03T10:43:39.151" v="99" actId="20577"/>
        <pc:sldMkLst>
          <pc:docMk/>
          <pc:sldMk cId="1645466370" sldId="258"/>
        </pc:sldMkLst>
        <pc:spChg chg="mod">
          <ac:chgData name="Vitor Domingues Ribeiro" userId="S::1242206@isep.ipp.pt::52a0b6ee-c18d-477f-9954-7fc582fc1887" providerId="AD" clId="Web-{49334206-B89C-D779-CE3F-0C71D1464D40}" dt="2025-07-03T10:43:09.729" v="35" actId="20577"/>
          <ac:spMkLst>
            <pc:docMk/>
            <pc:sldMk cId="1645466370" sldId="258"/>
            <ac:spMk id="2" creationId="{B065F458-B109-B85F-6F38-F402FBA99FE0}"/>
          </ac:spMkLst>
        </pc:spChg>
        <pc:spChg chg="mod">
          <ac:chgData name="Vitor Domingues Ribeiro" userId="S::1242206@isep.ipp.pt::52a0b6ee-c18d-477f-9954-7fc582fc1887" providerId="AD" clId="Web-{49334206-B89C-D779-CE3F-0C71D1464D40}" dt="2025-07-03T10:43:39.151" v="99" actId="20577"/>
          <ac:spMkLst>
            <pc:docMk/>
            <pc:sldMk cId="1645466370" sldId="258"/>
            <ac:spMk id="3" creationId="{09EB3053-3AEA-011E-D6E9-04668E15965B}"/>
          </ac:spMkLst>
        </pc:spChg>
      </pc:sldChg>
      <pc:sldChg chg="modSp new">
        <pc:chgData name="Vitor Domingues Ribeiro" userId="S::1242206@isep.ipp.pt::52a0b6ee-c18d-477f-9954-7fc582fc1887" providerId="AD" clId="Web-{49334206-B89C-D779-CE3F-0C71D1464D40}" dt="2025-07-03T10:45:10.559" v="141" actId="20577"/>
        <pc:sldMkLst>
          <pc:docMk/>
          <pc:sldMk cId="4136124336" sldId="259"/>
        </pc:sldMkLst>
        <pc:spChg chg="mod">
          <ac:chgData name="Vitor Domingues Ribeiro" userId="S::1242206@isep.ipp.pt::52a0b6ee-c18d-477f-9954-7fc582fc1887" providerId="AD" clId="Web-{49334206-B89C-D779-CE3F-0C71D1464D40}" dt="2025-07-03T10:44:25.808" v="135" actId="20577"/>
          <ac:spMkLst>
            <pc:docMk/>
            <pc:sldMk cId="4136124336" sldId="259"/>
            <ac:spMk id="2" creationId="{AB7A8910-BE08-11BE-FD1D-295614FF9442}"/>
          </ac:spMkLst>
        </pc:spChg>
        <pc:spChg chg="mod">
          <ac:chgData name="Vitor Domingues Ribeiro" userId="S::1242206@isep.ipp.pt::52a0b6ee-c18d-477f-9954-7fc582fc1887" providerId="AD" clId="Web-{49334206-B89C-D779-CE3F-0C71D1464D40}" dt="2025-07-03T10:45:10.559" v="141" actId="20577"/>
          <ac:spMkLst>
            <pc:docMk/>
            <pc:sldMk cId="4136124336" sldId="259"/>
            <ac:spMk id="3" creationId="{7D9476A1-DCC0-046F-1EF4-D34C73764B64}"/>
          </ac:spMkLst>
        </pc:spChg>
      </pc:sldChg>
      <pc:sldChg chg="modSp new">
        <pc:chgData name="Vitor Domingues Ribeiro" userId="S::1242206@isep.ipp.pt::52a0b6ee-c18d-477f-9954-7fc582fc1887" providerId="AD" clId="Web-{49334206-B89C-D779-CE3F-0C71D1464D40}" dt="2025-07-03T10:46:08.389" v="163" actId="20577"/>
        <pc:sldMkLst>
          <pc:docMk/>
          <pc:sldMk cId="21841460" sldId="260"/>
        </pc:sldMkLst>
        <pc:spChg chg="mod">
          <ac:chgData name="Vitor Domingues Ribeiro" userId="S::1242206@isep.ipp.pt::52a0b6ee-c18d-477f-9954-7fc582fc1887" providerId="AD" clId="Web-{49334206-B89C-D779-CE3F-0C71D1464D40}" dt="2025-07-03T10:45:30.138" v="156" actId="20577"/>
          <ac:spMkLst>
            <pc:docMk/>
            <pc:sldMk cId="21841460" sldId="260"/>
            <ac:spMk id="2" creationId="{3B88794C-F1EB-AE2F-3511-7A28F8165A03}"/>
          </ac:spMkLst>
        </pc:spChg>
        <pc:spChg chg="mod">
          <ac:chgData name="Vitor Domingues Ribeiro" userId="S::1242206@isep.ipp.pt::52a0b6ee-c18d-477f-9954-7fc582fc1887" providerId="AD" clId="Web-{49334206-B89C-D779-CE3F-0C71D1464D40}" dt="2025-07-03T10:46:08.389" v="163" actId="20577"/>
          <ac:spMkLst>
            <pc:docMk/>
            <pc:sldMk cId="21841460" sldId="260"/>
            <ac:spMk id="3" creationId="{3EAD773F-58B5-C4F7-FED6-765878073972}"/>
          </ac:spMkLst>
        </pc:spChg>
      </pc:sldChg>
      <pc:sldChg chg="modSp new">
        <pc:chgData name="Vitor Domingues Ribeiro" userId="S::1242206@isep.ipp.pt::52a0b6ee-c18d-477f-9954-7fc582fc1887" providerId="AD" clId="Web-{49334206-B89C-D779-CE3F-0C71D1464D40}" dt="2025-07-03T10:49:13.720" v="276" actId="20577"/>
        <pc:sldMkLst>
          <pc:docMk/>
          <pc:sldMk cId="73903899" sldId="261"/>
        </pc:sldMkLst>
        <pc:spChg chg="mod">
          <ac:chgData name="Vitor Domingues Ribeiro" userId="S::1242206@isep.ipp.pt::52a0b6ee-c18d-477f-9954-7fc582fc1887" providerId="AD" clId="Web-{49334206-B89C-D779-CE3F-0C71D1464D40}" dt="2025-07-03T10:46:14.404" v="166" actId="20577"/>
          <ac:spMkLst>
            <pc:docMk/>
            <pc:sldMk cId="73903899" sldId="261"/>
            <ac:spMk id="2" creationId="{A2DDE2C8-5F66-6A82-6F2B-6334BEA2642F}"/>
          </ac:spMkLst>
        </pc:spChg>
        <pc:spChg chg="mod">
          <ac:chgData name="Vitor Domingues Ribeiro" userId="S::1242206@isep.ipp.pt::52a0b6ee-c18d-477f-9954-7fc582fc1887" providerId="AD" clId="Web-{49334206-B89C-D779-CE3F-0C71D1464D40}" dt="2025-07-03T10:49:13.720" v="276" actId="20577"/>
          <ac:spMkLst>
            <pc:docMk/>
            <pc:sldMk cId="73903899" sldId="261"/>
            <ac:spMk id="3" creationId="{4A8D1840-091F-E3D3-FD93-3446AB4B8790}"/>
          </ac:spMkLst>
        </pc:spChg>
      </pc:sldChg>
      <pc:sldChg chg="modSp new">
        <pc:chgData name="Vitor Domingues Ribeiro" userId="S::1242206@isep.ipp.pt::52a0b6ee-c18d-477f-9954-7fc582fc1887" providerId="AD" clId="Web-{49334206-B89C-D779-CE3F-0C71D1464D40}" dt="2025-07-03T10:56:55.745" v="445" actId="20577"/>
        <pc:sldMkLst>
          <pc:docMk/>
          <pc:sldMk cId="3394671002" sldId="262"/>
        </pc:sldMkLst>
        <pc:spChg chg="mod">
          <ac:chgData name="Vitor Domingues Ribeiro" userId="S::1242206@isep.ipp.pt::52a0b6ee-c18d-477f-9954-7fc582fc1887" providerId="AD" clId="Web-{49334206-B89C-D779-CE3F-0C71D1464D40}" dt="2025-07-03T10:50:12.456" v="283" actId="20577"/>
          <ac:spMkLst>
            <pc:docMk/>
            <pc:sldMk cId="3394671002" sldId="262"/>
            <ac:spMk id="2" creationId="{7C774B4B-9002-AEC8-B037-89C795BD145C}"/>
          </ac:spMkLst>
        </pc:spChg>
        <pc:spChg chg="mod">
          <ac:chgData name="Vitor Domingues Ribeiro" userId="S::1242206@isep.ipp.pt::52a0b6ee-c18d-477f-9954-7fc582fc1887" providerId="AD" clId="Web-{49334206-B89C-D779-CE3F-0C71D1464D40}" dt="2025-07-03T10:56:55.745" v="445" actId="20577"/>
          <ac:spMkLst>
            <pc:docMk/>
            <pc:sldMk cId="3394671002" sldId="262"/>
            <ac:spMk id="3" creationId="{97A8D615-B618-2A11-B46C-042660C0AC76}"/>
          </ac:spMkLst>
        </pc:spChg>
      </pc:sldChg>
      <pc:sldChg chg="modSp add replId">
        <pc:chgData name="Vitor Domingues Ribeiro" userId="S::1242206@isep.ipp.pt::52a0b6ee-c18d-477f-9954-7fc582fc1887" providerId="AD" clId="Web-{49334206-B89C-D779-CE3F-0C71D1464D40}" dt="2025-07-03T10:59:14.888" v="484" actId="20577"/>
        <pc:sldMkLst>
          <pc:docMk/>
          <pc:sldMk cId="304301216" sldId="263"/>
        </pc:sldMkLst>
        <pc:spChg chg="mod">
          <ac:chgData name="Vitor Domingues Ribeiro" userId="S::1242206@isep.ipp.pt::52a0b6ee-c18d-477f-9954-7fc582fc1887" providerId="AD" clId="Web-{49334206-B89C-D779-CE3F-0C71D1464D40}" dt="2025-07-03T10:59:14.888" v="484" actId="20577"/>
          <ac:spMkLst>
            <pc:docMk/>
            <pc:sldMk cId="304301216" sldId="263"/>
            <ac:spMk id="2" creationId="{B82899FD-EA55-29DE-3310-621EC51E5158}"/>
          </ac:spMkLst>
        </pc:spChg>
        <pc:spChg chg="mod">
          <ac:chgData name="Vitor Domingues Ribeiro" userId="S::1242206@isep.ipp.pt::52a0b6ee-c18d-477f-9954-7fc582fc1887" providerId="AD" clId="Web-{49334206-B89C-D779-CE3F-0C71D1464D40}" dt="2025-07-03T10:59:11.716" v="482" actId="20577"/>
          <ac:spMkLst>
            <pc:docMk/>
            <pc:sldMk cId="304301216" sldId="263"/>
            <ac:spMk id="3" creationId="{0FBAFFC7-76F6-E6D8-4C52-63A05FC0742D}"/>
          </ac:spMkLst>
        </pc:spChg>
      </pc:sldChg>
      <pc:sldChg chg="modSp new">
        <pc:chgData name="Vitor Domingues Ribeiro" userId="S::1242206@isep.ipp.pt::52a0b6ee-c18d-477f-9954-7fc582fc1887" providerId="AD" clId="Web-{49334206-B89C-D779-CE3F-0C71D1464D40}" dt="2025-07-03T11:02:01.110" v="502" actId="20577"/>
        <pc:sldMkLst>
          <pc:docMk/>
          <pc:sldMk cId="3835282473" sldId="264"/>
        </pc:sldMkLst>
        <pc:spChg chg="mod">
          <ac:chgData name="Vitor Domingues Ribeiro" userId="S::1242206@isep.ipp.pt::52a0b6ee-c18d-477f-9954-7fc582fc1887" providerId="AD" clId="Web-{49334206-B89C-D779-CE3F-0C71D1464D40}" dt="2025-07-03T11:01:10.156" v="499" actId="20577"/>
          <ac:spMkLst>
            <pc:docMk/>
            <pc:sldMk cId="3835282473" sldId="264"/>
            <ac:spMk id="2" creationId="{3865540E-98F6-7AB1-8B0D-8D771D2B5283}"/>
          </ac:spMkLst>
        </pc:spChg>
        <pc:spChg chg="mod">
          <ac:chgData name="Vitor Domingues Ribeiro" userId="S::1242206@isep.ipp.pt::52a0b6ee-c18d-477f-9954-7fc582fc1887" providerId="AD" clId="Web-{49334206-B89C-D779-CE3F-0C71D1464D40}" dt="2025-07-03T11:02:01.110" v="502" actId="20577"/>
          <ac:spMkLst>
            <pc:docMk/>
            <pc:sldMk cId="3835282473" sldId="264"/>
            <ac:spMk id="3" creationId="{D0A47273-AF4F-5AEA-1C4D-0CD51C045921}"/>
          </ac:spMkLst>
        </pc:spChg>
      </pc:sldChg>
      <pc:sldChg chg="modSp new">
        <pc:chgData name="Vitor Domingues Ribeiro" userId="S::1242206@isep.ipp.pt::52a0b6ee-c18d-477f-9954-7fc582fc1887" providerId="AD" clId="Web-{49334206-B89C-D779-CE3F-0C71D1464D40}" dt="2025-07-03T11:02:57.877" v="516" actId="20577"/>
        <pc:sldMkLst>
          <pc:docMk/>
          <pc:sldMk cId="4207094106" sldId="265"/>
        </pc:sldMkLst>
        <pc:spChg chg="mod">
          <ac:chgData name="Vitor Domingues Ribeiro" userId="S::1242206@isep.ipp.pt::52a0b6ee-c18d-477f-9954-7fc582fc1887" providerId="AD" clId="Web-{49334206-B89C-D779-CE3F-0C71D1464D40}" dt="2025-07-03T11:02:57.877" v="516" actId="20577"/>
          <ac:spMkLst>
            <pc:docMk/>
            <pc:sldMk cId="4207094106" sldId="265"/>
            <ac:spMk id="2" creationId="{BFDEB6E8-3B0B-5C2E-6973-46F1226974C4}"/>
          </ac:spMkLst>
        </pc:spChg>
        <pc:spChg chg="mod">
          <ac:chgData name="Vitor Domingues Ribeiro" userId="S::1242206@isep.ipp.pt::52a0b6ee-c18d-477f-9954-7fc582fc1887" providerId="AD" clId="Web-{49334206-B89C-D779-CE3F-0C71D1464D40}" dt="2025-07-03T11:02:29.251" v="510" actId="20577"/>
          <ac:spMkLst>
            <pc:docMk/>
            <pc:sldMk cId="4207094106" sldId="265"/>
            <ac:spMk id="3" creationId="{D18D62ED-816E-94F8-1BB4-6D6507D18FCD}"/>
          </ac:spMkLst>
        </pc:spChg>
      </pc:sldChg>
      <pc:sldChg chg="modSp new">
        <pc:chgData name="Vitor Domingues Ribeiro" userId="S::1242206@isep.ipp.pt::52a0b6ee-c18d-477f-9954-7fc582fc1887" providerId="AD" clId="Web-{49334206-B89C-D779-CE3F-0C71D1464D40}" dt="2025-07-03T11:03:01.830" v="517" actId="20577"/>
        <pc:sldMkLst>
          <pc:docMk/>
          <pc:sldMk cId="868747748" sldId="266"/>
        </pc:sldMkLst>
        <pc:spChg chg="mod">
          <ac:chgData name="Vitor Domingues Ribeiro" userId="S::1242206@isep.ipp.pt::52a0b6ee-c18d-477f-9954-7fc582fc1887" providerId="AD" clId="Web-{49334206-B89C-D779-CE3F-0C71D1464D40}" dt="2025-07-03T11:03:01.830" v="517" actId="20577"/>
          <ac:spMkLst>
            <pc:docMk/>
            <pc:sldMk cId="868747748" sldId="266"/>
            <ac:spMk id="2" creationId="{BC738F03-5172-1A0A-829D-6A41E1AA3533}"/>
          </ac:spMkLst>
        </pc:spChg>
        <pc:spChg chg="mod">
          <ac:chgData name="Vitor Domingues Ribeiro" userId="S::1242206@isep.ipp.pt::52a0b6ee-c18d-477f-9954-7fc582fc1887" providerId="AD" clId="Web-{49334206-B89C-D779-CE3F-0C71D1464D40}" dt="2025-07-03T11:02:54.689" v="515" actId="20577"/>
          <ac:spMkLst>
            <pc:docMk/>
            <pc:sldMk cId="868747748" sldId="266"/>
            <ac:spMk id="3" creationId="{75CDAF86-678E-BADD-FAB8-8849ABF1CAF4}"/>
          </ac:spMkLst>
        </pc:spChg>
      </pc:sldChg>
      <pc:sldChg chg="modSp new">
        <pc:chgData name="Vitor Domingues Ribeiro" userId="S::1242206@isep.ipp.pt::52a0b6ee-c18d-477f-9954-7fc582fc1887" providerId="AD" clId="Web-{49334206-B89C-D779-CE3F-0C71D1464D40}" dt="2025-07-03T11:04:21.581" v="524" actId="20577"/>
        <pc:sldMkLst>
          <pc:docMk/>
          <pc:sldMk cId="736026855" sldId="267"/>
        </pc:sldMkLst>
        <pc:spChg chg="mod">
          <ac:chgData name="Vitor Domingues Ribeiro" userId="S::1242206@isep.ipp.pt::52a0b6ee-c18d-477f-9954-7fc582fc1887" providerId="AD" clId="Web-{49334206-B89C-D779-CE3F-0C71D1464D40}" dt="2025-07-03T11:04:14.894" v="522" actId="20577"/>
          <ac:spMkLst>
            <pc:docMk/>
            <pc:sldMk cId="736026855" sldId="267"/>
            <ac:spMk id="2" creationId="{16038223-AFEE-BB40-6A0E-61735563692D}"/>
          </ac:spMkLst>
        </pc:spChg>
        <pc:spChg chg="mod">
          <ac:chgData name="Vitor Domingues Ribeiro" userId="S::1242206@isep.ipp.pt::52a0b6ee-c18d-477f-9954-7fc582fc1887" providerId="AD" clId="Web-{49334206-B89C-D779-CE3F-0C71D1464D40}" dt="2025-07-03T11:04:21.581" v="524" actId="20577"/>
          <ac:spMkLst>
            <pc:docMk/>
            <pc:sldMk cId="736026855" sldId="267"/>
            <ac:spMk id="3" creationId="{37AAF3C1-6DCE-B0A0-320A-DD922CE195FA}"/>
          </ac:spMkLst>
        </pc:spChg>
      </pc:sldChg>
      <pc:sldChg chg="modSp new">
        <pc:chgData name="Vitor Domingues Ribeiro" userId="S::1242206@isep.ipp.pt::52a0b6ee-c18d-477f-9954-7fc582fc1887" providerId="AD" clId="Web-{49334206-B89C-D779-CE3F-0C71D1464D40}" dt="2025-07-03T11:04:46.910" v="530" actId="20577"/>
        <pc:sldMkLst>
          <pc:docMk/>
          <pc:sldMk cId="1723195092" sldId="268"/>
        </pc:sldMkLst>
        <pc:spChg chg="mod">
          <ac:chgData name="Vitor Domingues Ribeiro" userId="S::1242206@isep.ipp.pt::52a0b6ee-c18d-477f-9954-7fc582fc1887" providerId="AD" clId="Web-{49334206-B89C-D779-CE3F-0C71D1464D40}" dt="2025-07-03T11:04:41.472" v="528" actId="20577"/>
          <ac:spMkLst>
            <pc:docMk/>
            <pc:sldMk cId="1723195092" sldId="268"/>
            <ac:spMk id="2" creationId="{A4683D09-2DA3-96E3-C873-8563FDFCD54E}"/>
          </ac:spMkLst>
        </pc:spChg>
        <pc:spChg chg="mod">
          <ac:chgData name="Vitor Domingues Ribeiro" userId="S::1242206@isep.ipp.pt::52a0b6ee-c18d-477f-9954-7fc582fc1887" providerId="AD" clId="Web-{49334206-B89C-D779-CE3F-0C71D1464D40}" dt="2025-07-03T11:04:46.910" v="530" actId="20577"/>
          <ac:spMkLst>
            <pc:docMk/>
            <pc:sldMk cId="1723195092" sldId="268"/>
            <ac:spMk id="3" creationId="{C3CE2CF9-3F07-7CE3-939B-D5112CB9A955}"/>
          </ac:spMkLst>
        </pc:spChg>
      </pc:sldChg>
      <pc:sldChg chg="modSp new">
        <pc:chgData name="Vitor Domingues Ribeiro" userId="S::1242206@isep.ipp.pt::52a0b6ee-c18d-477f-9954-7fc582fc1887" providerId="AD" clId="Web-{49334206-B89C-D779-CE3F-0C71D1464D40}" dt="2025-07-03T11:05:20.082" v="536" actId="20577"/>
        <pc:sldMkLst>
          <pc:docMk/>
          <pc:sldMk cId="3728191405" sldId="269"/>
        </pc:sldMkLst>
        <pc:spChg chg="mod">
          <ac:chgData name="Vitor Domingues Ribeiro" userId="S::1242206@isep.ipp.pt::52a0b6ee-c18d-477f-9954-7fc582fc1887" providerId="AD" clId="Web-{49334206-B89C-D779-CE3F-0C71D1464D40}" dt="2025-07-03T11:05:13.832" v="534" actId="20577"/>
          <ac:spMkLst>
            <pc:docMk/>
            <pc:sldMk cId="3728191405" sldId="269"/>
            <ac:spMk id="2" creationId="{4F5E64C4-D55F-7182-E88F-2C227CB8824A}"/>
          </ac:spMkLst>
        </pc:spChg>
        <pc:spChg chg="mod">
          <ac:chgData name="Vitor Domingues Ribeiro" userId="S::1242206@isep.ipp.pt::52a0b6ee-c18d-477f-9954-7fc582fc1887" providerId="AD" clId="Web-{49334206-B89C-D779-CE3F-0C71D1464D40}" dt="2025-07-03T11:05:20.082" v="536" actId="20577"/>
          <ac:spMkLst>
            <pc:docMk/>
            <pc:sldMk cId="3728191405" sldId="269"/>
            <ac:spMk id="3" creationId="{D4EF7178-F744-2E2B-1498-009D75FA6B67}"/>
          </ac:spMkLst>
        </pc:spChg>
      </pc:sldChg>
      <pc:sldChg chg="modSp new">
        <pc:chgData name="Vitor Domingues Ribeiro" userId="S::1242206@isep.ipp.pt::52a0b6ee-c18d-477f-9954-7fc582fc1887" providerId="AD" clId="Web-{49334206-B89C-D779-CE3F-0C71D1464D40}" dt="2025-07-03T11:05:41.505" v="543" actId="20577"/>
        <pc:sldMkLst>
          <pc:docMk/>
          <pc:sldMk cId="1164229423" sldId="270"/>
        </pc:sldMkLst>
        <pc:spChg chg="mod">
          <ac:chgData name="Vitor Domingues Ribeiro" userId="S::1242206@isep.ipp.pt::52a0b6ee-c18d-477f-9954-7fc582fc1887" providerId="AD" clId="Web-{49334206-B89C-D779-CE3F-0C71D1464D40}" dt="2025-07-03T11:05:37.755" v="541" actId="20577"/>
          <ac:spMkLst>
            <pc:docMk/>
            <pc:sldMk cId="1164229423" sldId="270"/>
            <ac:spMk id="2" creationId="{633ABDC4-61C3-231D-10D6-501C3F8B17DD}"/>
          </ac:spMkLst>
        </pc:spChg>
        <pc:spChg chg="mod">
          <ac:chgData name="Vitor Domingues Ribeiro" userId="S::1242206@isep.ipp.pt::52a0b6ee-c18d-477f-9954-7fc582fc1887" providerId="AD" clId="Web-{49334206-B89C-D779-CE3F-0C71D1464D40}" dt="2025-07-03T11:05:41.505" v="543" actId="20577"/>
          <ac:spMkLst>
            <pc:docMk/>
            <pc:sldMk cId="1164229423" sldId="270"/>
            <ac:spMk id="3" creationId="{2ADB558A-C471-AA23-668F-258C19A06549}"/>
          </ac:spMkLst>
        </pc:spChg>
      </pc:sldChg>
      <pc:sldChg chg="modSp new">
        <pc:chgData name="Vitor Domingues Ribeiro" userId="S::1242206@isep.ipp.pt::52a0b6ee-c18d-477f-9954-7fc582fc1887" providerId="AD" clId="Web-{49334206-B89C-D779-CE3F-0C71D1464D40}" dt="2025-07-03T11:06:13.271" v="553" actId="20577"/>
        <pc:sldMkLst>
          <pc:docMk/>
          <pc:sldMk cId="1190442417" sldId="271"/>
        </pc:sldMkLst>
        <pc:spChg chg="mod">
          <ac:chgData name="Vitor Domingues Ribeiro" userId="S::1242206@isep.ipp.pt::52a0b6ee-c18d-477f-9954-7fc582fc1887" providerId="AD" clId="Web-{49334206-B89C-D779-CE3F-0C71D1464D40}" dt="2025-07-03T11:06:03.833" v="548" actId="20577"/>
          <ac:spMkLst>
            <pc:docMk/>
            <pc:sldMk cId="1190442417" sldId="271"/>
            <ac:spMk id="2" creationId="{1A7EDBDD-881B-09C5-C56F-0EF0AF42EA86}"/>
          </ac:spMkLst>
        </pc:spChg>
        <pc:spChg chg="mod">
          <ac:chgData name="Vitor Domingues Ribeiro" userId="S::1242206@isep.ipp.pt::52a0b6ee-c18d-477f-9954-7fc582fc1887" providerId="AD" clId="Web-{49334206-B89C-D779-CE3F-0C71D1464D40}" dt="2025-07-03T11:06:13.271" v="553" actId="20577"/>
          <ac:spMkLst>
            <pc:docMk/>
            <pc:sldMk cId="1190442417" sldId="271"/>
            <ac:spMk id="3" creationId="{80B88000-9066-4A0F-3AB0-141C6FCE7453}"/>
          </ac:spMkLst>
        </pc:spChg>
      </pc:sldChg>
      <pc:sldChg chg="modSp new">
        <pc:chgData name="Vitor Domingues Ribeiro" userId="S::1242206@isep.ipp.pt::52a0b6ee-c18d-477f-9954-7fc582fc1887" providerId="AD" clId="Web-{49334206-B89C-D779-CE3F-0C71D1464D40}" dt="2025-07-03T11:06:32.131" v="559" actId="20577"/>
        <pc:sldMkLst>
          <pc:docMk/>
          <pc:sldMk cId="3839920614" sldId="272"/>
        </pc:sldMkLst>
        <pc:spChg chg="mod">
          <ac:chgData name="Vitor Domingues Ribeiro" userId="S::1242206@isep.ipp.pt::52a0b6ee-c18d-477f-9954-7fc582fc1887" providerId="AD" clId="Web-{49334206-B89C-D779-CE3F-0C71D1464D40}" dt="2025-07-03T11:06:20.255" v="557" actId="20577"/>
          <ac:spMkLst>
            <pc:docMk/>
            <pc:sldMk cId="3839920614" sldId="272"/>
            <ac:spMk id="2" creationId="{9345413F-90B0-7EB7-E524-57B46CA253FA}"/>
          </ac:spMkLst>
        </pc:spChg>
        <pc:spChg chg="mod">
          <ac:chgData name="Vitor Domingues Ribeiro" userId="S::1242206@isep.ipp.pt::52a0b6ee-c18d-477f-9954-7fc582fc1887" providerId="AD" clId="Web-{49334206-B89C-D779-CE3F-0C71D1464D40}" dt="2025-07-03T11:06:32.131" v="559" actId="20577"/>
          <ac:spMkLst>
            <pc:docMk/>
            <pc:sldMk cId="3839920614" sldId="272"/>
            <ac:spMk id="3" creationId="{D847C031-E28F-9AA4-AE43-1AD13095A948}"/>
          </ac:spMkLst>
        </pc:spChg>
      </pc:sldChg>
      <pc:sldChg chg="modSp new">
        <pc:chgData name="Vitor Domingues Ribeiro" userId="S::1242206@isep.ipp.pt::52a0b6ee-c18d-477f-9954-7fc582fc1887" providerId="AD" clId="Web-{49334206-B89C-D779-CE3F-0C71D1464D40}" dt="2025-07-03T11:11:51.980" v="566" actId="20577"/>
        <pc:sldMkLst>
          <pc:docMk/>
          <pc:sldMk cId="3014447933" sldId="273"/>
        </pc:sldMkLst>
        <pc:spChg chg="mod">
          <ac:chgData name="Vitor Domingues Ribeiro" userId="S::1242206@isep.ipp.pt::52a0b6ee-c18d-477f-9954-7fc582fc1887" providerId="AD" clId="Web-{49334206-B89C-D779-CE3F-0C71D1464D40}" dt="2025-07-03T11:06:57.709" v="564" actId="20577"/>
          <ac:spMkLst>
            <pc:docMk/>
            <pc:sldMk cId="3014447933" sldId="273"/>
            <ac:spMk id="2" creationId="{A7E311FF-CEA0-2B05-D4FE-12794F4509D2}"/>
          </ac:spMkLst>
        </pc:spChg>
        <pc:spChg chg="mod">
          <ac:chgData name="Vitor Domingues Ribeiro" userId="S::1242206@isep.ipp.pt::52a0b6ee-c18d-477f-9954-7fc582fc1887" providerId="AD" clId="Web-{49334206-B89C-D779-CE3F-0C71D1464D40}" dt="2025-07-03T11:11:51.980" v="566" actId="20577"/>
          <ac:spMkLst>
            <pc:docMk/>
            <pc:sldMk cId="3014447933" sldId="273"/>
            <ac:spMk id="3" creationId="{7DEFF03F-08B4-2ED7-68C9-FA05441524DC}"/>
          </ac:spMkLst>
        </pc:spChg>
      </pc:sldChg>
      <pc:sldChg chg="addSp delSp modSp new">
        <pc:chgData name="Vitor Domingues Ribeiro" userId="S::1242206@isep.ipp.pt::52a0b6ee-c18d-477f-9954-7fc582fc1887" providerId="AD" clId="Web-{49334206-B89C-D779-CE3F-0C71D1464D40}" dt="2025-07-03T11:33:52.865" v="588"/>
        <pc:sldMkLst>
          <pc:docMk/>
          <pc:sldMk cId="2388394802" sldId="274"/>
        </pc:sldMkLst>
        <pc:spChg chg="mod">
          <ac:chgData name="Vitor Domingues Ribeiro" userId="S::1242206@isep.ipp.pt::52a0b6ee-c18d-477f-9954-7fc582fc1887" providerId="AD" clId="Web-{49334206-B89C-D779-CE3F-0C71D1464D40}" dt="2025-07-03T11:18:08.753" v="572" actId="20577"/>
          <ac:spMkLst>
            <pc:docMk/>
            <pc:sldMk cId="2388394802" sldId="274"/>
            <ac:spMk id="2" creationId="{7E0A8579-1114-EB35-02CD-7343A7E94DE6}"/>
          </ac:spMkLst>
        </pc:spChg>
        <pc:picChg chg="add mod">
          <ac:chgData name="Vitor Domingues Ribeiro" userId="S::1242206@isep.ipp.pt::52a0b6ee-c18d-477f-9954-7fc582fc1887" providerId="AD" clId="Web-{49334206-B89C-D779-CE3F-0C71D1464D40}" dt="2025-07-03T11:28:03.765" v="581" actId="14100"/>
          <ac:picMkLst>
            <pc:docMk/>
            <pc:sldMk cId="2388394802" sldId="274"/>
            <ac:picMk id="6" creationId="{23B85FFB-6B33-FBF9-EE30-762DC4E9EB1B}"/>
          </ac:picMkLst>
        </pc:picChg>
      </pc:sldChg>
      <pc:sldChg chg="delSp modSp add replId">
        <pc:chgData name="Vitor Domingues Ribeiro" userId="S::1242206@isep.ipp.pt::52a0b6ee-c18d-477f-9954-7fc582fc1887" providerId="AD" clId="Web-{49334206-B89C-D779-CE3F-0C71D1464D40}" dt="2025-07-03T11:33:48.240" v="587" actId="1076"/>
        <pc:sldMkLst>
          <pc:docMk/>
          <pc:sldMk cId="1773739464" sldId="275"/>
        </pc:sldMkLst>
        <pc:picChg chg="mod">
          <ac:chgData name="Vitor Domingues Ribeiro" userId="S::1242206@isep.ipp.pt::52a0b6ee-c18d-477f-9954-7fc582fc1887" providerId="AD" clId="Web-{49334206-B89C-D779-CE3F-0C71D1464D40}" dt="2025-07-03T11:33:48.240" v="587" actId="1076"/>
          <ac:picMkLst>
            <pc:docMk/>
            <pc:sldMk cId="1773739464" sldId="275"/>
            <ac:picMk id="7" creationId="{2531FFAE-ABD2-3F57-6778-A3EDDCEDE95C}"/>
          </ac:picMkLst>
        </pc:picChg>
      </pc:sldChg>
      <pc:sldChg chg="addSp delSp modSp add replId">
        <pc:chgData name="Vitor Domingues Ribeiro" userId="S::1242206@isep.ipp.pt::52a0b6ee-c18d-477f-9954-7fc582fc1887" providerId="AD" clId="Web-{49334206-B89C-D779-CE3F-0C71D1464D40}" dt="2025-07-03T21:05:35.703" v="597"/>
        <pc:sldMkLst>
          <pc:docMk/>
          <pc:sldMk cId="510493230" sldId="276"/>
        </pc:sldMkLst>
        <pc:spChg chg="mod">
          <ac:chgData name="Vitor Domingues Ribeiro" userId="S::1242206@isep.ipp.pt::52a0b6ee-c18d-477f-9954-7fc582fc1887" providerId="AD" clId="Web-{49334206-B89C-D779-CE3F-0C71D1464D40}" dt="2025-07-03T21:04:24.654" v="594" actId="20577"/>
          <ac:spMkLst>
            <pc:docMk/>
            <pc:sldMk cId="510493230" sldId="276"/>
            <ac:spMk id="2" creationId="{BC6D6C86-B7B7-68BD-3277-3FED068D7452}"/>
          </ac:spMkLst>
        </pc:spChg>
        <pc:picChg chg="add mod ord">
          <ac:chgData name="Vitor Domingues Ribeiro" userId="S::1242206@isep.ipp.pt::52a0b6ee-c18d-477f-9954-7fc582fc1887" providerId="AD" clId="Web-{49334206-B89C-D779-CE3F-0C71D1464D40}" dt="2025-07-03T21:05:35.703" v="597"/>
          <ac:picMkLst>
            <pc:docMk/>
            <pc:sldMk cId="510493230" sldId="276"/>
            <ac:picMk id="4" creationId="{56F99C2C-8918-822A-0BBA-C71FB9E482B0}"/>
          </ac:picMkLst>
        </pc:picChg>
      </pc:sldChg>
      <pc:sldChg chg="addSp delSp modSp add replId">
        <pc:chgData name="Vitor Domingues Ribeiro" userId="S::1242206@isep.ipp.pt::52a0b6ee-c18d-477f-9954-7fc582fc1887" providerId="AD" clId="Web-{49334206-B89C-D779-CE3F-0C71D1464D40}" dt="2025-07-03T21:06:28.908" v="600"/>
        <pc:sldMkLst>
          <pc:docMk/>
          <pc:sldMk cId="804247526" sldId="277"/>
        </pc:sldMkLst>
        <pc:picChg chg="add mod ord">
          <ac:chgData name="Vitor Domingues Ribeiro" userId="S::1242206@isep.ipp.pt::52a0b6ee-c18d-477f-9954-7fc582fc1887" providerId="AD" clId="Web-{49334206-B89C-D779-CE3F-0C71D1464D40}" dt="2025-07-03T21:06:28.908" v="600"/>
          <ac:picMkLst>
            <pc:docMk/>
            <pc:sldMk cId="804247526" sldId="277"/>
            <ac:picMk id="6" creationId="{5CE67D24-74AE-03FD-6F8A-F06709E6E98E}"/>
          </ac:picMkLst>
        </pc:picChg>
      </pc:sldChg>
      <pc:sldChg chg="addSp delSp modSp add replId">
        <pc:chgData name="Vitor Domingues Ribeiro" userId="S::1242206@isep.ipp.pt::52a0b6ee-c18d-477f-9954-7fc582fc1887" providerId="AD" clId="Web-{49334206-B89C-D779-CE3F-0C71D1464D40}" dt="2025-07-03T21:08:18.490" v="615"/>
        <pc:sldMkLst>
          <pc:docMk/>
          <pc:sldMk cId="803612011" sldId="278"/>
        </pc:sldMkLst>
        <pc:spChg chg="mod">
          <ac:chgData name="Vitor Domingues Ribeiro" userId="S::1242206@isep.ipp.pt::52a0b6ee-c18d-477f-9954-7fc582fc1887" providerId="AD" clId="Web-{49334206-B89C-D779-CE3F-0C71D1464D40}" dt="2025-07-03T21:07:54.864" v="613" actId="20577"/>
          <ac:spMkLst>
            <pc:docMk/>
            <pc:sldMk cId="803612011" sldId="278"/>
            <ac:spMk id="2" creationId="{061AAD83-FF7B-9A05-2824-AB6B03C6235C}"/>
          </ac:spMkLst>
        </pc:spChg>
        <pc:picChg chg="add mod ord">
          <ac:chgData name="Vitor Domingues Ribeiro" userId="S::1242206@isep.ipp.pt::52a0b6ee-c18d-477f-9954-7fc582fc1887" providerId="AD" clId="Web-{49334206-B89C-D779-CE3F-0C71D1464D40}" dt="2025-07-03T21:08:18.490" v="615"/>
          <ac:picMkLst>
            <pc:docMk/>
            <pc:sldMk cId="803612011" sldId="278"/>
            <ac:picMk id="6" creationId="{45D10B80-B4AE-0674-506F-840899407EC1}"/>
          </ac:picMkLst>
        </pc:picChg>
      </pc:sldChg>
      <pc:sldChg chg="addSp delSp modSp add ord replId">
        <pc:chgData name="Vitor Domingues Ribeiro" userId="S::1242206@isep.ipp.pt::52a0b6ee-c18d-477f-9954-7fc582fc1887" providerId="AD" clId="Web-{49334206-B89C-D779-CE3F-0C71D1464D40}" dt="2025-07-03T21:07:48.989" v="609"/>
        <pc:sldMkLst>
          <pc:docMk/>
          <pc:sldMk cId="473852258" sldId="279"/>
        </pc:sldMkLst>
        <pc:spChg chg="mod">
          <ac:chgData name="Vitor Domingues Ribeiro" userId="S::1242206@isep.ipp.pt::52a0b6ee-c18d-477f-9954-7fc582fc1887" providerId="AD" clId="Web-{49334206-B89C-D779-CE3F-0C71D1464D40}" dt="2025-07-03T21:06:47.003" v="606" actId="20577"/>
          <ac:spMkLst>
            <pc:docMk/>
            <pc:sldMk cId="473852258" sldId="279"/>
            <ac:spMk id="2" creationId="{32D10661-6802-D5F6-43D8-A2C4C32352A3}"/>
          </ac:spMkLst>
        </pc:spChg>
        <pc:picChg chg="add mod ord">
          <ac:chgData name="Vitor Domingues Ribeiro" userId="S::1242206@isep.ipp.pt::52a0b6ee-c18d-477f-9954-7fc582fc1887" providerId="AD" clId="Web-{49334206-B89C-D779-CE3F-0C71D1464D40}" dt="2025-07-03T21:07:38.864" v="608"/>
          <ac:picMkLst>
            <pc:docMk/>
            <pc:sldMk cId="473852258" sldId="279"/>
            <ac:picMk id="6" creationId="{B2B495AE-231C-0681-7819-BE90CD11678C}"/>
          </ac:picMkLst>
        </pc:picChg>
      </pc:sldChg>
      <pc:sldChg chg="modSp add replId">
        <pc:chgData name="Vitor Domingues Ribeiro" userId="S::1242206@isep.ipp.pt::52a0b6ee-c18d-477f-9954-7fc582fc1887" providerId="AD" clId="Web-{49334206-B89C-D779-CE3F-0C71D1464D40}" dt="2025-07-03T21:10:03.981" v="629" actId="20577"/>
        <pc:sldMkLst>
          <pc:docMk/>
          <pc:sldMk cId="1929133150" sldId="280"/>
        </pc:sldMkLst>
        <pc:spChg chg="mod">
          <ac:chgData name="Vitor Domingues Ribeiro" userId="S::1242206@isep.ipp.pt::52a0b6ee-c18d-477f-9954-7fc582fc1887" providerId="AD" clId="Web-{49334206-B89C-D779-CE3F-0C71D1464D40}" dt="2025-07-03T21:09:23.527" v="626" actId="20577"/>
          <ac:spMkLst>
            <pc:docMk/>
            <pc:sldMk cId="1929133150" sldId="280"/>
            <ac:spMk id="2" creationId="{C71F009D-EED3-44F3-F747-38249B2A8538}"/>
          </ac:spMkLst>
        </pc:spChg>
        <pc:spChg chg="mod">
          <ac:chgData name="Vitor Domingues Ribeiro" userId="S::1242206@isep.ipp.pt::52a0b6ee-c18d-477f-9954-7fc582fc1887" providerId="AD" clId="Web-{49334206-B89C-D779-CE3F-0C71D1464D40}" dt="2025-07-03T21:10:03.981" v="629" actId="20577"/>
          <ac:spMkLst>
            <pc:docMk/>
            <pc:sldMk cId="1929133150" sldId="280"/>
            <ac:spMk id="3" creationId="{4B37E1F2-CDED-9EAB-5BF8-97926AE3EC5F}"/>
          </ac:spMkLst>
        </pc:spChg>
      </pc:sldChg>
      <pc:sldChg chg="modSp add replId">
        <pc:chgData name="Vitor Domingues Ribeiro" userId="S::1242206@isep.ipp.pt::52a0b6ee-c18d-477f-9954-7fc582fc1887" providerId="AD" clId="Web-{49334206-B89C-D779-CE3F-0C71D1464D40}" dt="2025-07-03T21:10:53.686" v="642" actId="20577"/>
        <pc:sldMkLst>
          <pc:docMk/>
          <pc:sldMk cId="409545523" sldId="281"/>
        </pc:sldMkLst>
        <pc:spChg chg="mod">
          <ac:chgData name="Vitor Domingues Ribeiro" userId="S::1242206@isep.ipp.pt::52a0b6ee-c18d-477f-9954-7fc582fc1887" providerId="AD" clId="Web-{49334206-B89C-D779-CE3F-0C71D1464D40}" dt="2025-07-03T21:10:53.686" v="642" actId="20577"/>
          <ac:spMkLst>
            <pc:docMk/>
            <pc:sldMk cId="409545523" sldId="281"/>
            <ac:spMk id="3" creationId="{FCC6C0DD-FB3E-D775-F60D-C27F7EB0E696}"/>
          </ac:spMkLst>
        </pc:spChg>
      </pc:sldChg>
      <pc:sldChg chg="modSp add replId">
        <pc:chgData name="Vitor Domingues Ribeiro" userId="S::1242206@isep.ipp.pt::52a0b6ee-c18d-477f-9954-7fc582fc1887" providerId="AD" clId="Web-{49334206-B89C-D779-CE3F-0C71D1464D40}" dt="2025-07-03T21:12:39.393" v="742" actId="20577"/>
        <pc:sldMkLst>
          <pc:docMk/>
          <pc:sldMk cId="2196724713" sldId="282"/>
        </pc:sldMkLst>
        <pc:spChg chg="mod">
          <ac:chgData name="Vitor Domingues Ribeiro" userId="S::1242206@isep.ipp.pt::52a0b6ee-c18d-477f-9954-7fc582fc1887" providerId="AD" clId="Web-{49334206-B89C-D779-CE3F-0C71D1464D40}" dt="2025-07-03T21:12:39.393" v="742" actId="20577"/>
          <ac:spMkLst>
            <pc:docMk/>
            <pc:sldMk cId="2196724713" sldId="282"/>
            <ac:spMk id="2" creationId="{1EB4A55E-1799-E280-F4DB-01AFB54D776B}"/>
          </ac:spMkLst>
        </pc:spChg>
        <pc:spChg chg="mod">
          <ac:chgData name="Vitor Domingues Ribeiro" userId="S::1242206@isep.ipp.pt::52a0b6ee-c18d-477f-9954-7fc582fc1887" providerId="AD" clId="Web-{49334206-B89C-D779-CE3F-0C71D1464D40}" dt="2025-07-03T21:12:35.237" v="738" actId="20577"/>
          <ac:spMkLst>
            <pc:docMk/>
            <pc:sldMk cId="2196724713" sldId="282"/>
            <ac:spMk id="3" creationId="{51642CA6-E855-4F55-336C-2C5C082F44E6}"/>
          </ac:spMkLst>
        </pc:spChg>
      </pc:sldChg>
      <pc:sldChg chg="modSp add replId">
        <pc:chgData name="Vitor Domingues Ribeiro" userId="S::1242206@isep.ipp.pt::52a0b6ee-c18d-477f-9954-7fc582fc1887" providerId="AD" clId="Web-{49334206-B89C-D779-CE3F-0C71D1464D40}" dt="2025-07-03T21:14:08.367" v="813" actId="20577"/>
        <pc:sldMkLst>
          <pc:docMk/>
          <pc:sldMk cId="1008082368" sldId="283"/>
        </pc:sldMkLst>
        <pc:spChg chg="mod">
          <ac:chgData name="Vitor Domingues Ribeiro" userId="S::1242206@isep.ipp.pt::52a0b6ee-c18d-477f-9954-7fc582fc1887" providerId="AD" clId="Web-{49334206-B89C-D779-CE3F-0C71D1464D40}" dt="2025-07-03T21:14:08.367" v="813" actId="20577"/>
          <ac:spMkLst>
            <pc:docMk/>
            <pc:sldMk cId="1008082368" sldId="283"/>
            <ac:spMk id="3" creationId="{D13619AF-F2F6-4274-FA9A-724892E358FB}"/>
          </ac:spMkLst>
        </pc:spChg>
      </pc:sldChg>
      <pc:sldChg chg="add replId">
        <pc:chgData name="Vitor Domingues Ribeiro" userId="S::1242206@isep.ipp.pt::52a0b6ee-c18d-477f-9954-7fc582fc1887" providerId="AD" clId="Web-{49334206-B89C-D779-CE3F-0C71D1464D40}" dt="2025-07-03T21:14:10.914" v="814"/>
        <pc:sldMkLst>
          <pc:docMk/>
          <pc:sldMk cId="1288950443" sldId="284"/>
        </pc:sldMkLst>
      </pc:sldChg>
      <pc:sldChg chg="modSp add replId">
        <pc:chgData name="Vitor Domingues Ribeiro" userId="S::1242206@isep.ipp.pt::52a0b6ee-c18d-477f-9954-7fc582fc1887" providerId="AD" clId="Web-{49334206-B89C-D779-CE3F-0C71D1464D40}" dt="2025-07-03T21:14:46.416" v="828" actId="20577"/>
        <pc:sldMkLst>
          <pc:docMk/>
          <pc:sldMk cId="106531504" sldId="285"/>
        </pc:sldMkLst>
        <pc:spChg chg="mod">
          <ac:chgData name="Vitor Domingues Ribeiro" userId="S::1242206@isep.ipp.pt::52a0b6ee-c18d-477f-9954-7fc582fc1887" providerId="AD" clId="Web-{49334206-B89C-D779-CE3F-0C71D1464D40}" dt="2025-07-03T21:14:34.634" v="822" actId="20577"/>
          <ac:spMkLst>
            <pc:docMk/>
            <pc:sldMk cId="106531504" sldId="285"/>
            <ac:spMk id="2" creationId="{22911B85-4D5C-9A0F-1912-973305360DB9}"/>
          </ac:spMkLst>
        </pc:spChg>
        <pc:spChg chg="mod">
          <ac:chgData name="Vitor Domingues Ribeiro" userId="S::1242206@isep.ipp.pt::52a0b6ee-c18d-477f-9954-7fc582fc1887" providerId="AD" clId="Web-{49334206-B89C-D779-CE3F-0C71D1464D40}" dt="2025-07-03T21:14:46.416" v="828" actId="20577"/>
          <ac:spMkLst>
            <pc:docMk/>
            <pc:sldMk cId="106531504" sldId="285"/>
            <ac:spMk id="3" creationId="{0B1CA849-2544-3D3A-747E-2521097B1D74}"/>
          </ac:spMkLst>
        </pc:spChg>
      </pc:sldChg>
      <pc:sldChg chg="modSp add replId">
        <pc:chgData name="Vitor Domingues Ribeiro" userId="S::1242206@isep.ipp.pt::52a0b6ee-c18d-477f-9954-7fc582fc1887" providerId="AD" clId="Web-{49334206-B89C-D779-CE3F-0C71D1464D40}" dt="2025-07-03T21:15:56.684" v="845" actId="20577"/>
        <pc:sldMkLst>
          <pc:docMk/>
          <pc:sldMk cId="4288333077" sldId="286"/>
        </pc:sldMkLst>
        <pc:spChg chg="mod">
          <ac:chgData name="Vitor Domingues Ribeiro" userId="S::1242206@isep.ipp.pt::52a0b6ee-c18d-477f-9954-7fc582fc1887" providerId="AD" clId="Web-{49334206-B89C-D779-CE3F-0C71D1464D40}" dt="2025-07-03T21:15:56.684" v="845" actId="20577"/>
          <ac:spMkLst>
            <pc:docMk/>
            <pc:sldMk cId="4288333077" sldId="286"/>
            <ac:spMk id="3" creationId="{74AB3661-3C10-F73A-0B58-CE5832EDEC01}"/>
          </ac:spMkLst>
        </pc:spChg>
      </pc:sldChg>
      <pc:sldChg chg="addSp modSp add replId">
        <pc:chgData name="Vitor Domingues Ribeiro" userId="S::1242206@isep.ipp.pt::52a0b6ee-c18d-477f-9954-7fc582fc1887" providerId="AD" clId="Web-{49334206-B89C-D779-CE3F-0C71D1464D40}" dt="2025-07-03T21:17:04.686" v="862" actId="1076"/>
        <pc:sldMkLst>
          <pc:docMk/>
          <pc:sldMk cId="3367772423" sldId="287"/>
        </pc:sldMkLst>
        <pc:spChg chg="mod">
          <ac:chgData name="Vitor Domingues Ribeiro" userId="S::1242206@isep.ipp.pt::52a0b6ee-c18d-477f-9954-7fc582fc1887" providerId="AD" clId="Web-{49334206-B89C-D779-CE3F-0C71D1464D40}" dt="2025-07-03T21:16:29.419" v="857" actId="20577"/>
          <ac:spMkLst>
            <pc:docMk/>
            <pc:sldMk cId="3367772423" sldId="287"/>
            <ac:spMk id="2" creationId="{F5395331-A479-3A63-65A1-EF5046907359}"/>
          </ac:spMkLst>
        </pc:spChg>
        <pc:spChg chg="mod">
          <ac:chgData name="Vitor Domingues Ribeiro" userId="S::1242206@isep.ipp.pt::52a0b6ee-c18d-477f-9954-7fc582fc1887" providerId="AD" clId="Web-{49334206-B89C-D779-CE3F-0C71D1464D40}" dt="2025-07-03T21:17:02.983" v="860" actId="20577"/>
          <ac:spMkLst>
            <pc:docMk/>
            <pc:sldMk cId="3367772423" sldId="287"/>
            <ac:spMk id="3" creationId="{518DA47F-5B84-8CA0-1FFD-421D3D69F336}"/>
          </ac:spMkLst>
        </pc:spChg>
        <pc:picChg chg="add mod">
          <ac:chgData name="Vitor Domingues Ribeiro" userId="S::1242206@isep.ipp.pt::52a0b6ee-c18d-477f-9954-7fc582fc1887" providerId="AD" clId="Web-{49334206-B89C-D779-CE3F-0C71D1464D40}" dt="2025-07-03T21:17:04.686" v="862" actId="1076"/>
          <ac:picMkLst>
            <pc:docMk/>
            <pc:sldMk cId="3367772423" sldId="287"/>
            <ac:picMk id="4" creationId="{179230BB-61CC-1B4D-322B-DDFC0F155FC3}"/>
          </ac:picMkLst>
        </pc:picChg>
      </pc:sldChg>
      <pc:sldChg chg="add del replId">
        <pc:chgData name="Vitor Domingues Ribeiro" userId="S::1242206@isep.ipp.pt::52a0b6ee-c18d-477f-9954-7fc582fc1887" providerId="AD" clId="Web-{49334206-B89C-D779-CE3F-0C71D1464D40}" dt="2025-07-03T21:18:19.767" v="868"/>
        <pc:sldMkLst>
          <pc:docMk/>
          <pc:sldMk cId="2590622567" sldId="288"/>
        </pc:sldMkLst>
      </pc:sldChg>
      <pc:sldChg chg="addSp delSp modSp add replId">
        <pc:chgData name="Vitor Domingues Ribeiro" userId="S::1242206@isep.ipp.pt::52a0b6ee-c18d-477f-9954-7fc582fc1887" providerId="AD" clId="Web-{49334206-B89C-D779-CE3F-0C71D1464D40}" dt="2025-07-03T21:17:39.953" v="867" actId="1076"/>
        <pc:sldMkLst>
          <pc:docMk/>
          <pc:sldMk cId="4259196489" sldId="289"/>
        </pc:sldMkLst>
        <pc:picChg chg="add mod ord">
          <ac:chgData name="Vitor Domingues Ribeiro" userId="S::1242206@isep.ipp.pt::52a0b6ee-c18d-477f-9954-7fc582fc1887" providerId="AD" clId="Web-{49334206-B89C-D779-CE3F-0C71D1464D40}" dt="2025-07-03T21:17:39.953" v="867" actId="1076"/>
          <ac:picMkLst>
            <pc:docMk/>
            <pc:sldMk cId="4259196489" sldId="289"/>
            <ac:picMk id="5" creationId="{EBBBA4DD-E991-80C0-9A24-4984FDC6A242}"/>
          </ac:picMkLst>
        </pc:picChg>
      </pc:sldChg>
      <pc:sldChg chg="addSp delSp modSp add replId">
        <pc:chgData name="Vitor Domingues Ribeiro" userId="S::1242206@isep.ipp.pt::52a0b6ee-c18d-477f-9954-7fc582fc1887" providerId="AD" clId="Web-{49334206-B89C-D779-CE3F-0C71D1464D40}" dt="2025-07-03T21:22:26.385" v="879" actId="20577"/>
        <pc:sldMkLst>
          <pc:docMk/>
          <pc:sldMk cId="2420996413" sldId="290"/>
        </pc:sldMkLst>
        <pc:spChg chg="mod">
          <ac:chgData name="Vitor Domingues Ribeiro" userId="S::1242206@isep.ipp.pt::52a0b6ee-c18d-477f-9954-7fc582fc1887" providerId="AD" clId="Web-{49334206-B89C-D779-CE3F-0C71D1464D40}" dt="2025-07-03T21:22:26.385" v="879" actId="20577"/>
          <ac:spMkLst>
            <pc:docMk/>
            <pc:sldMk cId="2420996413" sldId="290"/>
            <ac:spMk id="2" creationId="{4A27D70D-6D73-7E76-B7D6-56A42F498561}"/>
          </ac:spMkLst>
        </pc:spChg>
        <pc:spChg chg="add mod">
          <ac:chgData name="Vitor Domingues Ribeiro" userId="S::1242206@isep.ipp.pt::52a0b6ee-c18d-477f-9954-7fc582fc1887" providerId="AD" clId="Web-{49334206-B89C-D779-CE3F-0C71D1464D40}" dt="2025-07-03T21:22:16.651" v="876" actId="20577"/>
          <ac:spMkLst>
            <pc:docMk/>
            <pc:sldMk cId="2420996413" sldId="290"/>
            <ac:spMk id="8" creationId="{D26DEF8C-C3AF-7CCC-1E99-99D115549420}"/>
          </ac:spMkLst>
        </pc:spChg>
      </pc:sldChg>
      <pc:sldChg chg="modSp add replId">
        <pc:chgData name="Vitor Domingues Ribeiro" userId="S::1242206@isep.ipp.pt::52a0b6ee-c18d-477f-9954-7fc582fc1887" providerId="AD" clId="Web-{49334206-B89C-D779-CE3F-0C71D1464D40}" dt="2025-07-03T21:22:43.230" v="884" actId="20577"/>
        <pc:sldMkLst>
          <pc:docMk/>
          <pc:sldMk cId="980672383" sldId="291"/>
        </pc:sldMkLst>
        <pc:spChg chg="mod">
          <ac:chgData name="Vitor Domingues Ribeiro" userId="S::1242206@isep.ipp.pt::52a0b6ee-c18d-477f-9954-7fc582fc1887" providerId="AD" clId="Web-{49334206-B89C-D779-CE3F-0C71D1464D40}" dt="2025-07-03T21:22:43.230" v="884" actId="20577"/>
          <ac:spMkLst>
            <pc:docMk/>
            <pc:sldMk cId="980672383" sldId="291"/>
            <ac:spMk id="8" creationId="{ABB68F42-B73B-A684-1995-7C000B639EE7}"/>
          </ac:spMkLst>
        </pc:spChg>
      </pc:sldChg>
      <pc:sldChg chg="modSp add replId">
        <pc:chgData name="Vitor Domingues Ribeiro" userId="S::1242206@isep.ipp.pt::52a0b6ee-c18d-477f-9954-7fc582fc1887" providerId="AD" clId="Web-{49334206-B89C-D779-CE3F-0C71D1464D40}" dt="2025-07-03T21:23:29.481" v="901" actId="20577"/>
        <pc:sldMkLst>
          <pc:docMk/>
          <pc:sldMk cId="2606432693" sldId="292"/>
        </pc:sldMkLst>
        <pc:spChg chg="mod">
          <ac:chgData name="Vitor Domingues Ribeiro" userId="S::1242206@isep.ipp.pt::52a0b6ee-c18d-477f-9954-7fc582fc1887" providerId="AD" clId="Web-{49334206-B89C-D779-CE3F-0C71D1464D40}" dt="2025-07-03T21:23:13.403" v="888" actId="20577"/>
          <ac:spMkLst>
            <pc:docMk/>
            <pc:sldMk cId="2606432693" sldId="292"/>
            <ac:spMk id="2" creationId="{0636FD7B-DF04-BC50-C37D-38A0B0E8FEF7}"/>
          </ac:spMkLst>
        </pc:spChg>
        <pc:spChg chg="mod">
          <ac:chgData name="Vitor Domingues Ribeiro" userId="S::1242206@isep.ipp.pt::52a0b6ee-c18d-477f-9954-7fc582fc1887" providerId="AD" clId="Web-{49334206-B89C-D779-CE3F-0C71D1464D40}" dt="2025-07-03T21:23:29.481" v="901" actId="20577"/>
          <ac:spMkLst>
            <pc:docMk/>
            <pc:sldMk cId="2606432693" sldId="292"/>
            <ac:spMk id="3" creationId="{F67BA56A-7A63-702A-DA9C-5525902AFAAE}"/>
          </ac:spMkLst>
        </pc:spChg>
      </pc:sldChg>
      <pc:sldChg chg="modSp add replId">
        <pc:chgData name="Vitor Domingues Ribeiro" userId="S::1242206@isep.ipp.pt::52a0b6ee-c18d-477f-9954-7fc582fc1887" providerId="AD" clId="Web-{49334206-B89C-D779-CE3F-0C71D1464D40}" dt="2025-07-03T21:24:59.250" v="915" actId="20577"/>
        <pc:sldMkLst>
          <pc:docMk/>
          <pc:sldMk cId="3019503647" sldId="293"/>
        </pc:sldMkLst>
        <pc:spChg chg="mod">
          <ac:chgData name="Vitor Domingues Ribeiro" userId="S::1242206@isep.ipp.pt::52a0b6ee-c18d-477f-9954-7fc582fc1887" providerId="AD" clId="Web-{49334206-B89C-D779-CE3F-0C71D1464D40}" dt="2025-07-03T21:24:59.250" v="915" actId="20577"/>
          <ac:spMkLst>
            <pc:docMk/>
            <pc:sldMk cId="3019503647" sldId="293"/>
            <ac:spMk id="2" creationId="{EE051AEB-AB10-93CD-87AF-E80915BA7C31}"/>
          </ac:spMkLst>
        </pc:spChg>
        <pc:spChg chg="mod">
          <ac:chgData name="Vitor Domingues Ribeiro" userId="S::1242206@isep.ipp.pt::52a0b6ee-c18d-477f-9954-7fc582fc1887" providerId="AD" clId="Web-{49334206-B89C-D779-CE3F-0C71D1464D40}" dt="2025-07-03T21:23:47.701" v="905" actId="20577"/>
          <ac:spMkLst>
            <pc:docMk/>
            <pc:sldMk cId="3019503647" sldId="293"/>
            <ac:spMk id="3" creationId="{63A469EC-BF71-10DB-05DE-DAFD4181292B}"/>
          </ac:spMkLst>
        </pc:spChg>
      </pc:sldChg>
      <pc:sldChg chg="addSp delSp modSp add replId">
        <pc:chgData name="Vitor Domingues Ribeiro" userId="S::1242206@isep.ipp.pt::52a0b6ee-c18d-477f-9954-7fc582fc1887" providerId="AD" clId="Web-{49334206-B89C-D779-CE3F-0C71D1464D40}" dt="2025-07-03T21:26:56.005" v="917"/>
        <pc:sldMkLst>
          <pc:docMk/>
          <pc:sldMk cId="3916267255" sldId="294"/>
        </pc:sldMkLst>
        <pc:picChg chg="add mod ord">
          <ac:chgData name="Vitor Domingues Ribeiro" userId="S::1242206@isep.ipp.pt::52a0b6ee-c18d-477f-9954-7fc582fc1887" providerId="AD" clId="Web-{49334206-B89C-D779-CE3F-0C71D1464D40}" dt="2025-07-03T21:26:56.005" v="917"/>
          <ac:picMkLst>
            <pc:docMk/>
            <pc:sldMk cId="3916267255" sldId="294"/>
            <ac:picMk id="4" creationId="{DFFC524A-726F-19E0-3A1B-2D0B243786C5}"/>
          </ac:picMkLst>
        </pc:picChg>
      </pc:sldChg>
      <pc:sldChg chg="addSp delSp modSp add ord replId">
        <pc:chgData name="Vitor Domingues Ribeiro" userId="S::1242206@isep.ipp.pt::52a0b6ee-c18d-477f-9954-7fc582fc1887" providerId="AD" clId="Web-{49334206-B89C-D779-CE3F-0C71D1464D40}" dt="2025-07-03T21:24:36.359" v="910"/>
        <pc:sldMkLst>
          <pc:docMk/>
          <pc:sldMk cId="950246558" sldId="295"/>
        </pc:sldMkLst>
        <pc:picChg chg="add mod ord">
          <ac:chgData name="Vitor Domingues Ribeiro" userId="S::1242206@isep.ipp.pt::52a0b6ee-c18d-477f-9954-7fc582fc1887" providerId="AD" clId="Web-{49334206-B89C-D779-CE3F-0C71D1464D40}" dt="2025-07-03T21:24:30.468" v="909"/>
          <ac:picMkLst>
            <pc:docMk/>
            <pc:sldMk cId="950246558" sldId="295"/>
            <ac:picMk id="6" creationId="{F5F166B8-F13A-38F8-B4FB-ED3CCF9B5B81}"/>
          </ac:picMkLst>
        </pc:picChg>
      </pc:sldChg>
      <pc:sldChg chg="modSp new">
        <pc:chgData name="Vitor Domingues Ribeiro" userId="S::1242206@isep.ipp.pt::52a0b6ee-c18d-477f-9954-7fc582fc1887" providerId="AD" clId="Web-{49334206-B89C-D779-CE3F-0C71D1464D40}" dt="2025-07-03T21:28:06.179" v="991" actId="20577"/>
        <pc:sldMkLst>
          <pc:docMk/>
          <pc:sldMk cId="323269206" sldId="296"/>
        </pc:sldMkLst>
        <pc:spChg chg="mod">
          <ac:chgData name="Vitor Domingues Ribeiro" userId="S::1242206@isep.ipp.pt::52a0b6ee-c18d-477f-9954-7fc582fc1887" providerId="AD" clId="Web-{49334206-B89C-D779-CE3F-0C71D1464D40}" dt="2025-07-03T21:27:11.693" v="923" actId="20577"/>
          <ac:spMkLst>
            <pc:docMk/>
            <pc:sldMk cId="323269206" sldId="296"/>
            <ac:spMk id="2" creationId="{AA16704E-7593-13AE-28C1-B19948796FD7}"/>
          </ac:spMkLst>
        </pc:spChg>
        <pc:spChg chg="mod">
          <ac:chgData name="Vitor Domingues Ribeiro" userId="S::1242206@isep.ipp.pt::52a0b6ee-c18d-477f-9954-7fc582fc1887" providerId="AD" clId="Web-{49334206-B89C-D779-CE3F-0C71D1464D40}" dt="2025-07-03T21:28:06.179" v="991" actId="20577"/>
          <ac:spMkLst>
            <pc:docMk/>
            <pc:sldMk cId="323269206" sldId="296"/>
            <ac:spMk id="3" creationId="{7E3E428B-FCFC-794A-8534-56C3DAE7BDAB}"/>
          </ac:spMkLst>
        </pc:spChg>
      </pc:sldChg>
    </pc:docChg>
  </pc:docChgLst>
  <pc:docChgLst>
    <pc:chgData name="Vitor Domingues Ribeiro" userId="S::1242206@isep.ipp.pt::52a0b6ee-c18d-477f-9954-7fc582fc1887" providerId="AD" clId="Web-{2DBB8C58-7F32-9A6A-A4CE-F287C69F8E41}"/>
    <pc:docChg chg="modSld">
      <pc:chgData name="Vitor Domingues Ribeiro" userId="S::1242206@isep.ipp.pt::52a0b6ee-c18d-477f-9954-7fc582fc1887" providerId="AD" clId="Web-{2DBB8C58-7F32-9A6A-A4CE-F287C69F8E41}" dt="2025-07-06T11:30:54.412" v="1" actId="20577"/>
      <pc:docMkLst>
        <pc:docMk/>
      </pc:docMkLst>
      <pc:sldChg chg="modSp">
        <pc:chgData name="Vitor Domingues Ribeiro" userId="S::1242206@isep.ipp.pt::52a0b6ee-c18d-477f-9954-7fc582fc1887" providerId="AD" clId="Web-{2DBB8C58-7F32-9A6A-A4CE-F287C69F8E41}" dt="2025-07-06T11:30:54.412" v="1" actId="20577"/>
        <pc:sldMkLst>
          <pc:docMk/>
          <pc:sldMk cId="323269206" sldId="296"/>
        </pc:sldMkLst>
        <pc:spChg chg="mod">
          <ac:chgData name="Vitor Domingues Ribeiro" userId="S::1242206@isep.ipp.pt::52a0b6ee-c18d-477f-9954-7fc582fc1887" providerId="AD" clId="Web-{2DBB8C58-7F32-9A6A-A4CE-F287C69F8E41}" dt="2025-07-06T11:30:54.412" v="1" actId="20577"/>
          <ac:spMkLst>
            <pc:docMk/>
            <pc:sldMk cId="323269206" sldId="296"/>
            <ac:spMk id="3" creationId="{7E3E428B-FCFC-794A-8534-56C3DAE7BDAB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7/6/2025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7/6/2025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Desenvolvimento</a:t>
            </a:r>
            <a:r>
              <a:rPr lang="en-US" dirty="0"/>
              <a:t> Seguro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F89A7-56B7-26E9-2611-852492858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06CCB7-9DB7-C3B9-9DA8-1A05177126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TBD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10088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5F458-B109-B85F-6F38-F402FBA99F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 que e </a:t>
            </a:r>
            <a:r>
              <a:rPr lang="en-US" dirty="0" err="1"/>
              <a:t>desenvolvimento</a:t>
            </a:r>
            <a:r>
              <a:rPr lang="en-US" dirty="0"/>
              <a:t> </a:t>
            </a:r>
            <a:r>
              <a:rPr lang="en-US" dirty="0" err="1"/>
              <a:t>seguro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EB3053-3AEA-011E-D6E9-04668E1596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E a </a:t>
            </a:r>
            <a:r>
              <a:rPr lang="en-US" dirty="0" err="1"/>
              <a:t>pratica</a:t>
            </a:r>
            <a:r>
              <a:rPr lang="en-US" dirty="0"/>
              <a:t> de </a:t>
            </a:r>
            <a:r>
              <a:rPr lang="en-US" dirty="0" err="1"/>
              <a:t>integrar</a:t>
            </a:r>
            <a:r>
              <a:rPr lang="en-US" dirty="0"/>
              <a:t> </a:t>
            </a:r>
            <a:r>
              <a:rPr lang="en-US" dirty="0" err="1"/>
              <a:t>seguranca</a:t>
            </a:r>
            <a:r>
              <a:rPr lang="en-US" dirty="0"/>
              <a:t> a </a:t>
            </a:r>
            <a:r>
              <a:rPr lang="en-US" dirty="0" err="1"/>
              <a:t>todo</a:t>
            </a:r>
            <a:r>
              <a:rPr lang="en-US" dirty="0"/>
              <a:t> </a:t>
            </a:r>
            <a:r>
              <a:rPr lang="en-US" dirty="0" err="1"/>
              <a:t>processo</a:t>
            </a:r>
            <a:r>
              <a:rPr lang="en-US" dirty="0"/>
              <a:t> de </a:t>
            </a:r>
            <a:r>
              <a:rPr lang="en-US" dirty="0" err="1"/>
              <a:t>desenvolvimento</a:t>
            </a:r>
            <a:r>
              <a:rPr lang="en-US" dirty="0"/>
              <a:t> e </a:t>
            </a:r>
            <a:r>
              <a:rPr lang="en-US" dirty="0" err="1"/>
              <a:t>manutencao</a:t>
            </a:r>
            <a:r>
              <a:rPr lang="en-US" dirty="0"/>
              <a:t> do software</a:t>
            </a:r>
          </a:p>
        </p:txBody>
      </p:sp>
    </p:spTree>
    <p:extLst>
      <p:ext uri="{BB962C8B-B14F-4D97-AF65-F5344CB8AC3E}">
        <p14:creationId xmlns:p14="http://schemas.microsoft.com/office/powerpoint/2010/main" val="16454663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A8910-BE08-11BE-FD1D-295614FF9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Importancia</a:t>
            </a:r>
            <a:r>
              <a:rPr lang="en-US" dirty="0"/>
              <a:t> do </a:t>
            </a:r>
            <a:r>
              <a:rPr lang="en-US" dirty="0" err="1"/>
              <a:t>desenvolvimento</a:t>
            </a:r>
            <a:r>
              <a:rPr lang="en-US" dirty="0"/>
              <a:t> </a:t>
            </a:r>
            <a:r>
              <a:rPr lang="en-US" dirty="0" err="1"/>
              <a:t>seguro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9476A1-DCC0-046F-1EF4-D34C73764B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3200" dirty="0" err="1">
                <a:latin typeface="Calibri"/>
                <a:ea typeface="Calibri"/>
                <a:cs typeface="Calibri"/>
              </a:rPr>
              <a:t>Previne</a:t>
            </a:r>
            <a:r>
              <a:rPr lang="en-US" sz="3200" dirty="0">
                <a:latin typeface="Calibri"/>
                <a:ea typeface="Calibri"/>
                <a:cs typeface="Calibri"/>
              </a:rPr>
              <a:t> </a:t>
            </a:r>
            <a:r>
              <a:rPr lang="en-US" sz="3200" dirty="0" err="1">
                <a:latin typeface="Calibri"/>
                <a:ea typeface="Calibri"/>
                <a:cs typeface="Calibri"/>
              </a:rPr>
              <a:t>vulnerabilidades</a:t>
            </a:r>
            <a:r>
              <a:rPr lang="en-US" sz="3200" dirty="0">
                <a:latin typeface="Calibri"/>
                <a:ea typeface="Calibri"/>
                <a:cs typeface="Calibri"/>
              </a:rPr>
              <a:t> </a:t>
            </a:r>
            <a:r>
              <a:rPr lang="en-US" sz="3200" dirty="0" err="1">
                <a:latin typeface="Calibri"/>
                <a:ea typeface="Calibri"/>
                <a:cs typeface="Calibri"/>
              </a:rPr>
              <a:t>comuns</a:t>
            </a: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3200" err="1">
                <a:latin typeface="Calibri"/>
                <a:ea typeface="Calibri"/>
                <a:cs typeface="Calibri"/>
              </a:rPr>
              <a:t>Traduz</a:t>
            </a:r>
            <a:r>
              <a:rPr lang="en-US" sz="3200" dirty="0">
                <a:latin typeface="Calibri"/>
                <a:ea typeface="Calibri"/>
                <a:cs typeface="Calibri"/>
              </a:rPr>
              <a:t> </a:t>
            </a:r>
            <a:r>
              <a:rPr lang="en-US" sz="3200" err="1">
                <a:latin typeface="Calibri"/>
                <a:ea typeface="Calibri"/>
                <a:cs typeface="Calibri"/>
              </a:rPr>
              <a:t>modelagem</a:t>
            </a:r>
            <a:r>
              <a:rPr lang="en-US" sz="3200" dirty="0">
                <a:latin typeface="Calibri"/>
                <a:ea typeface="Calibri"/>
                <a:cs typeface="Calibri"/>
              </a:rPr>
              <a:t> de </a:t>
            </a:r>
            <a:r>
              <a:rPr lang="en-US" sz="3200" err="1">
                <a:latin typeface="Calibri"/>
                <a:ea typeface="Calibri"/>
                <a:cs typeface="Calibri"/>
              </a:rPr>
              <a:t>ameaças</a:t>
            </a:r>
            <a:r>
              <a:rPr lang="en-US" sz="3200" dirty="0">
                <a:latin typeface="Calibri"/>
                <a:ea typeface="Calibri"/>
                <a:cs typeface="Calibri"/>
              </a:rPr>
              <a:t> </a:t>
            </a:r>
            <a:r>
              <a:rPr lang="en-US" sz="3200" err="1">
                <a:latin typeface="Calibri"/>
                <a:ea typeface="Calibri"/>
                <a:cs typeface="Calibri"/>
              </a:rPr>
              <a:t>em</a:t>
            </a:r>
            <a:r>
              <a:rPr lang="en-US" sz="3200" dirty="0">
                <a:latin typeface="Calibri"/>
                <a:ea typeface="Calibri"/>
                <a:cs typeface="Calibri"/>
              </a:rPr>
              <a:t> </a:t>
            </a:r>
            <a:r>
              <a:rPr lang="en-US" sz="3200" err="1">
                <a:latin typeface="Calibri"/>
                <a:ea typeface="Calibri"/>
                <a:cs typeface="Calibri"/>
              </a:rPr>
              <a:t>código</a:t>
            </a:r>
            <a:r>
              <a:rPr lang="en-US" sz="3200" dirty="0">
                <a:latin typeface="Calibri"/>
                <a:ea typeface="Calibri"/>
                <a:cs typeface="Calibri"/>
              </a:rPr>
              <a:t> </a:t>
            </a:r>
            <a:r>
              <a:rPr lang="en-US" sz="3200" err="1">
                <a:latin typeface="Calibri"/>
                <a:ea typeface="Calibri"/>
                <a:cs typeface="Calibri"/>
              </a:rPr>
              <a:t>seguro</a:t>
            </a:r>
            <a:endParaRPr lang="en-US" sz="3200">
              <a:latin typeface="Calibri"/>
              <a:ea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3200" dirty="0">
                <a:latin typeface="Calibri"/>
                <a:ea typeface="Calibri"/>
                <a:cs typeface="Calibri"/>
              </a:rPr>
              <a:t>Protege contra entradas </a:t>
            </a:r>
            <a:r>
              <a:rPr lang="en-US" sz="3200" dirty="0" err="1">
                <a:latin typeface="Calibri"/>
                <a:ea typeface="Calibri"/>
                <a:cs typeface="Calibri"/>
              </a:rPr>
              <a:t>maliciosas</a:t>
            </a:r>
            <a:r>
              <a:rPr lang="en-US" sz="3200" dirty="0">
                <a:latin typeface="Calibri"/>
                <a:ea typeface="Calibri"/>
                <a:cs typeface="Calibri"/>
              </a:rPr>
              <a:t> e </a:t>
            </a:r>
            <a:r>
              <a:rPr lang="en-US" sz="3200" dirty="0" err="1">
                <a:latin typeface="Calibri"/>
                <a:ea typeface="Calibri"/>
                <a:cs typeface="Calibri"/>
              </a:rPr>
              <a:t>acessos</a:t>
            </a:r>
            <a:r>
              <a:rPr lang="en-US" sz="3200" dirty="0">
                <a:latin typeface="Calibri"/>
                <a:ea typeface="Calibri"/>
                <a:cs typeface="Calibri"/>
              </a:rPr>
              <a:t> </a:t>
            </a:r>
            <a:r>
              <a:rPr lang="en-US" sz="3200" dirty="0" err="1">
                <a:latin typeface="Calibri"/>
                <a:ea typeface="Calibri"/>
                <a:cs typeface="Calibri"/>
              </a:rPr>
              <a:t>indevidos</a:t>
            </a:r>
            <a:endParaRPr lang="en-US" sz="3200" dirty="0">
              <a:latin typeface="Calibri"/>
              <a:ea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3200" dirty="0">
                <a:latin typeface="Calibri"/>
                <a:ea typeface="Calibri"/>
                <a:cs typeface="Calibri"/>
              </a:rPr>
              <a:t>Fundamental no </a:t>
            </a:r>
            <a:r>
              <a:rPr lang="en-US" sz="3200" dirty="0" err="1">
                <a:latin typeface="Calibri"/>
                <a:ea typeface="Calibri"/>
                <a:cs typeface="Calibri"/>
              </a:rPr>
              <a:t>DevSecOps</a:t>
            </a:r>
            <a:endParaRPr lang="en-US" dirty="0" err="1"/>
          </a:p>
        </p:txBody>
      </p:sp>
    </p:spTree>
    <p:extLst>
      <p:ext uri="{BB962C8B-B14F-4D97-AF65-F5344CB8AC3E}">
        <p14:creationId xmlns:p14="http://schemas.microsoft.com/office/powerpoint/2010/main" val="41361243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8794C-F1EB-AE2F-3511-7A28F8165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Principios do </a:t>
            </a:r>
            <a:r>
              <a:rPr lang="en-US" dirty="0" err="1"/>
              <a:t>desenvolvimento</a:t>
            </a:r>
            <a:r>
              <a:rPr lang="en-US" dirty="0"/>
              <a:t> </a:t>
            </a:r>
            <a:r>
              <a:rPr lang="en-US" dirty="0" err="1"/>
              <a:t>seguro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AD773F-58B5-C4F7-FED6-7658780739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3200" dirty="0">
                <a:latin typeface="Calibri"/>
                <a:ea typeface="Calibri"/>
                <a:cs typeface="Calibri"/>
              </a:rPr>
              <a:t>Menor </a:t>
            </a:r>
            <a:r>
              <a:rPr lang="en-US" sz="3200" dirty="0" err="1">
                <a:latin typeface="Calibri"/>
                <a:ea typeface="Calibri"/>
                <a:cs typeface="Calibri"/>
              </a:rPr>
              <a:t>privilégio</a:t>
            </a: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3200" dirty="0" err="1">
                <a:latin typeface="Calibri"/>
                <a:ea typeface="Calibri"/>
                <a:cs typeface="Calibri"/>
              </a:rPr>
              <a:t>Defesa</a:t>
            </a:r>
            <a:r>
              <a:rPr lang="en-US" sz="3200" dirty="0">
                <a:latin typeface="Calibri"/>
                <a:ea typeface="Calibri"/>
                <a:cs typeface="Calibri"/>
              </a:rPr>
              <a:t> </a:t>
            </a:r>
            <a:r>
              <a:rPr lang="en-US" sz="3200" dirty="0" err="1">
                <a:latin typeface="Calibri"/>
                <a:ea typeface="Calibri"/>
                <a:cs typeface="Calibri"/>
              </a:rPr>
              <a:t>em</a:t>
            </a:r>
            <a:r>
              <a:rPr lang="en-US" sz="3200" dirty="0">
                <a:latin typeface="Calibri"/>
                <a:ea typeface="Calibri"/>
                <a:cs typeface="Calibri"/>
              </a:rPr>
              <a:t> </a:t>
            </a:r>
            <a:r>
              <a:rPr lang="en-US" sz="3200" dirty="0" err="1">
                <a:latin typeface="Calibri"/>
                <a:ea typeface="Calibri"/>
                <a:cs typeface="Calibri"/>
              </a:rPr>
              <a:t>profundidade</a:t>
            </a: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3200" dirty="0" err="1">
                <a:latin typeface="Calibri"/>
                <a:ea typeface="Calibri"/>
                <a:cs typeface="Calibri"/>
              </a:rPr>
              <a:t>Validação</a:t>
            </a:r>
            <a:r>
              <a:rPr lang="en-US" sz="3200" dirty="0">
                <a:latin typeface="Calibri"/>
                <a:ea typeface="Calibri"/>
                <a:cs typeface="Calibri"/>
              </a:rPr>
              <a:t> de entrada e </a:t>
            </a:r>
            <a:r>
              <a:rPr lang="en-US" sz="3200" dirty="0" err="1">
                <a:latin typeface="Calibri"/>
                <a:ea typeface="Calibri"/>
                <a:cs typeface="Calibri"/>
              </a:rPr>
              <a:t>sanitização</a:t>
            </a:r>
            <a:r>
              <a:rPr lang="en-US" sz="3200" dirty="0">
                <a:latin typeface="Calibri"/>
                <a:ea typeface="Calibri"/>
                <a:cs typeface="Calibri"/>
              </a:rPr>
              <a:t> de </a:t>
            </a:r>
            <a:r>
              <a:rPr lang="en-US" sz="3200" dirty="0" err="1">
                <a:latin typeface="Calibri"/>
                <a:ea typeface="Calibri"/>
                <a:cs typeface="Calibri"/>
              </a:rPr>
              <a:t>saída</a:t>
            </a:r>
            <a:endParaRPr lang="en-US" sz="3200" dirty="0">
              <a:latin typeface="Calibri"/>
              <a:ea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3200" dirty="0" err="1">
                <a:latin typeface="Calibri"/>
                <a:ea typeface="Calibri"/>
                <a:cs typeface="Calibri"/>
              </a:rPr>
              <a:t>Tratamento</a:t>
            </a:r>
            <a:r>
              <a:rPr lang="en-US" sz="3200" dirty="0">
                <a:latin typeface="Calibri"/>
                <a:ea typeface="Calibri"/>
                <a:cs typeface="Calibri"/>
              </a:rPr>
              <a:t> de </a:t>
            </a:r>
            <a:r>
              <a:rPr lang="en-US" sz="3200" dirty="0" err="1">
                <a:latin typeface="Calibri"/>
                <a:ea typeface="Calibri"/>
                <a:cs typeface="Calibri"/>
              </a:rPr>
              <a:t>erros</a:t>
            </a:r>
            <a:r>
              <a:rPr lang="en-US" sz="3200" dirty="0">
                <a:latin typeface="Calibri"/>
                <a:ea typeface="Calibri"/>
                <a:cs typeface="Calibri"/>
              </a:rPr>
              <a:t> e logs</a:t>
            </a:r>
          </a:p>
          <a:p>
            <a:pPr>
              <a:lnSpc>
                <a:spcPct val="100000"/>
              </a:lnSpc>
              <a:spcBef>
                <a:spcPct val="20000"/>
              </a:spcBef>
            </a:pPr>
            <a:r>
              <a:rPr lang="en-US" sz="3200" dirty="0" err="1">
                <a:latin typeface="Calibri"/>
                <a:ea typeface="Calibri"/>
                <a:cs typeface="Calibri"/>
              </a:rPr>
              <a:t>Atualização</a:t>
            </a:r>
            <a:r>
              <a:rPr lang="en-US" sz="3200" dirty="0">
                <a:latin typeface="Calibri"/>
                <a:ea typeface="Calibri"/>
                <a:cs typeface="Calibri"/>
              </a:rPr>
              <a:t> de </a:t>
            </a:r>
            <a:r>
              <a:rPr lang="en-US" sz="3200" dirty="0" err="1">
                <a:latin typeface="Calibri"/>
                <a:ea typeface="Calibri"/>
                <a:cs typeface="Calibri"/>
              </a:rPr>
              <a:t>dependências</a:t>
            </a:r>
            <a:r>
              <a:rPr lang="en-US" sz="3200" dirty="0">
                <a:latin typeface="Calibri"/>
                <a:ea typeface="Calibri"/>
                <a:cs typeface="Calibri"/>
              </a:rPr>
              <a:t> </a:t>
            </a:r>
            <a:r>
              <a:rPr lang="en-US" sz="3200" dirty="0" err="1">
                <a:latin typeface="Calibri"/>
                <a:ea typeface="Calibri"/>
                <a:cs typeface="Calibri"/>
              </a:rPr>
              <a:t>econfigurações</a:t>
            </a:r>
            <a:r>
              <a:rPr lang="en-US" sz="3200" dirty="0">
                <a:latin typeface="Calibri"/>
                <a:ea typeface="Calibri"/>
                <a:cs typeface="Calibri"/>
              </a:rPr>
              <a:t> </a:t>
            </a:r>
            <a:r>
              <a:rPr lang="en-US" sz="3200" dirty="0" err="1">
                <a:latin typeface="Calibri"/>
                <a:ea typeface="Calibri"/>
                <a:cs typeface="Calibri"/>
              </a:rPr>
              <a:t>seguras</a:t>
            </a:r>
            <a:endParaRPr lang="en-US" dirty="0" err="1"/>
          </a:p>
        </p:txBody>
      </p:sp>
    </p:spTree>
    <p:extLst>
      <p:ext uri="{BB962C8B-B14F-4D97-AF65-F5344CB8AC3E}">
        <p14:creationId xmlns:p14="http://schemas.microsoft.com/office/powerpoint/2010/main" val="218414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DE2C8-5F66-6A82-6F2B-6334BEA26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OWASP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8D1840-091F-E3D3-FD93-3446AB4B87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Open Worldwide Application Security Project</a:t>
            </a:r>
            <a:r>
              <a:rPr lang="en-US" dirty="0"/>
              <a:t> (OWASP) e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organizacao</a:t>
            </a:r>
            <a:r>
              <a:rPr lang="en-US" dirty="0"/>
              <a:t> </a:t>
            </a:r>
            <a:r>
              <a:rPr lang="en-US" dirty="0" err="1"/>
              <a:t>sem</a:t>
            </a:r>
            <a:r>
              <a:rPr lang="en-US" dirty="0"/>
              <a:t> fins </a:t>
            </a:r>
            <a:r>
              <a:rPr lang="en-US" dirty="0" err="1"/>
              <a:t>lucrativos</a:t>
            </a:r>
            <a:r>
              <a:rPr lang="en-US" dirty="0"/>
              <a:t> que </a:t>
            </a:r>
            <a:r>
              <a:rPr lang="en-US" dirty="0" err="1"/>
              <a:t>tem</a:t>
            </a:r>
            <a:r>
              <a:rPr lang="en-US" dirty="0"/>
              <a:t>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objetivo</a:t>
            </a:r>
            <a:r>
              <a:rPr lang="en-US" dirty="0"/>
              <a:t> </a:t>
            </a:r>
            <a:r>
              <a:rPr lang="en-US" dirty="0" err="1"/>
              <a:t>aumentar</a:t>
            </a:r>
            <a:r>
              <a:rPr lang="en-US" dirty="0"/>
              <a:t> a </a:t>
            </a:r>
            <a:r>
              <a:rPr lang="en-US" dirty="0" err="1"/>
              <a:t>seguranca</a:t>
            </a:r>
            <a:r>
              <a:rPr lang="en-US" dirty="0"/>
              <a:t> </a:t>
            </a:r>
            <a:r>
              <a:rPr lang="en-US" dirty="0" err="1"/>
              <a:t>nos</a:t>
            </a:r>
            <a:r>
              <a:rPr lang="en-US" dirty="0"/>
              <a:t> </a:t>
            </a:r>
            <a:r>
              <a:rPr lang="en-US" dirty="0" err="1"/>
              <a:t>softwares</a:t>
            </a:r>
          </a:p>
          <a:p>
            <a:r>
              <a:rPr lang="en-US" dirty="0" err="1"/>
              <a:t>Possuem</a:t>
            </a:r>
            <a:r>
              <a:rPr lang="en-US" dirty="0"/>
              <a:t> </a:t>
            </a:r>
            <a:r>
              <a:rPr lang="en-US" dirty="0" err="1"/>
              <a:t>diversas</a:t>
            </a:r>
            <a:r>
              <a:rPr lang="en-US" dirty="0"/>
              <a:t> </a:t>
            </a:r>
            <a:r>
              <a:rPr lang="en-US" dirty="0" err="1"/>
              <a:t>iniciativas</a:t>
            </a:r>
            <a:r>
              <a:rPr lang="en-US" dirty="0"/>
              <a:t> e </a:t>
            </a:r>
            <a:r>
              <a:rPr lang="en-US" dirty="0" err="1"/>
              <a:t>projetos</a:t>
            </a:r>
            <a:endParaRPr lang="en-US" dirty="0"/>
          </a:p>
          <a:p>
            <a:r>
              <a:rPr lang="en-US" dirty="0"/>
              <a:t>OWASP Top 10 (Web, Mobile, AI)</a:t>
            </a:r>
          </a:p>
        </p:txBody>
      </p:sp>
    </p:spTree>
    <p:extLst>
      <p:ext uri="{BB962C8B-B14F-4D97-AF65-F5344CB8AC3E}">
        <p14:creationId xmlns:p14="http://schemas.microsoft.com/office/powerpoint/2010/main" val="739038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74B4B-9002-AEC8-B037-89C795BD1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OWASP Top 10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8D615-B618-2A11-B46C-042660C0AC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err="1"/>
              <a:t>Projeto</a:t>
            </a:r>
            <a:r>
              <a:rPr lang="en-US" dirty="0"/>
              <a:t> que </a:t>
            </a:r>
            <a:r>
              <a:rPr lang="en-US" err="1"/>
              <a:t>periodicamente</a:t>
            </a:r>
            <a:r>
              <a:rPr lang="en-US" dirty="0"/>
              <a:t> </a:t>
            </a:r>
            <a:r>
              <a:rPr lang="en-US" err="1"/>
              <a:t>lista</a:t>
            </a:r>
            <a:r>
              <a:rPr lang="en-US" dirty="0"/>
              <a:t> as 10 </a:t>
            </a:r>
            <a:r>
              <a:rPr lang="en-US" err="1"/>
              <a:t>categorias</a:t>
            </a:r>
            <a:r>
              <a:rPr lang="en-US" dirty="0"/>
              <a:t> de </a:t>
            </a:r>
            <a:r>
              <a:rPr lang="en-US" err="1"/>
              <a:t>vulnerabilidades</a:t>
            </a:r>
            <a:r>
              <a:rPr lang="en-US" dirty="0"/>
              <a:t> com </a:t>
            </a:r>
            <a:r>
              <a:rPr lang="en-US" err="1"/>
              <a:t>risco</a:t>
            </a:r>
            <a:r>
              <a:rPr lang="en-US" dirty="0"/>
              <a:t> </a:t>
            </a:r>
            <a:r>
              <a:rPr lang="en-US" err="1"/>
              <a:t>mais</a:t>
            </a:r>
            <a:r>
              <a:rPr lang="en-US" dirty="0"/>
              <a:t> </a:t>
            </a:r>
            <a:r>
              <a:rPr lang="en-US" err="1"/>
              <a:t>critico</a:t>
            </a:r>
            <a:r>
              <a:rPr lang="en-US" dirty="0"/>
              <a:t> </a:t>
            </a:r>
          </a:p>
          <a:p>
            <a:r>
              <a:rPr lang="en-US" dirty="0" err="1"/>
              <a:t>Usado</a:t>
            </a:r>
            <a:r>
              <a:rPr lang="en-US" dirty="0"/>
              <a:t> para </a:t>
            </a:r>
            <a:r>
              <a:rPr lang="en-US" dirty="0" err="1"/>
              <a:t>elaborar</a:t>
            </a:r>
            <a:r>
              <a:rPr lang="en-US" dirty="0"/>
              <a:t> </a:t>
            </a:r>
            <a:r>
              <a:rPr lang="en-US" dirty="0" err="1"/>
              <a:t>estrategias</a:t>
            </a:r>
            <a:r>
              <a:rPr lang="en-US" dirty="0"/>
              <a:t> de </a:t>
            </a:r>
            <a:r>
              <a:rPr lang="en-US" dirty="0" err="1"/>
              <a:t>seguranca</a:t>
            </a:r>
            <a:r>
              <a:rPr lang="en-US" dirty="0"/>
              <a:t> e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previnir</a:t>
            </a:r>
            <a:r>
              <a:rPr lang="en-US" dirty="0"/>
              <a:t> </a:t>
            </a:r>
            <a:r>
              <a:rPr lang="en-US" dirty="0" err="1"/>
              <a:t>vulnerbilidades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softwares</a:t>
            </a:r>
            <a:endParaRPr lang="en-US" dirty="0"/>
          </a:p>
          <a:p>
            <a:r>
              <a:rPr lang="en-US" dirty="0"/>
              <a:t>Nao-</a:t>
            </a:r>
            <a:r>
              <a:rPr lang="en-US" dirty="0" err="1"/>
              <a:t>exaustivo</a:t>
            </a:r>
          </a:p>
        </p:txBody>
      </p:sp>
    </p:spTree>
    <p:extLst>
      <p:ext uri="{BB962C8B-B14F-4D97-AF65-F5344CB8AC3E}">
        <p14:creationId xmlns:p14="http://schemas.microsoft.com/office/powerpoint/2010/main" val="33946710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B4BBD-1D4A-6C91-0B7D-05BAE8C12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899FD-EA55-29DE-3310-621EC51E5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OWASP Top 10 2021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BAFFC7-76F6-E6D8-4C52-63A05FC074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20000"/>
          </a:bodyPr>
          <a:lstStyle/>
          <a:p>
            <a:r>
              <a:rPr lang="en-US" dirty="0">
                <a:ea typeface="+mn-lt"/>
                <a:cs typeface="+mn-lt"/>
              </a:rPr>
              <a:t>A01:2021 Broken Access Control</a:t>
            </a:r>
          </a:p>
          <a:p>
            <a:r>
              <a:rPr lang="en-US" dirty="0">
                <a:ea typeface="+mn-lt"/>
                <a:cs typeface="+mn-lt"/>
              </a:rPr>
              <a:t>A02:2021 Cryptographic Failures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A03:2021 Injection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A04:2021 Insecure Design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A05:2021 Security Misconfiguration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A06:2021 Vulnerable and Outdated Components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A07:2021 Identification and Authentication Failures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A08:2021 Software and Data Integrity Failures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A09:2021 Security Logging and Monitoring Failures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A10:2021 Server-Side Request Forgery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3012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5540E-98F6-7AB1-8B0D-8D771D2B5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A1:2021 Broken Access Control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A47273-AF4F-5AEA-1C4D-0CD51C0459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ea typeface="+mn-lt"/>
                <a:cs typeface="+mn-lt"/>
              </a:rPr>
              <a:t>O </a:t>
            </a:r>
            <a:r>
              <a:rPr lang="en-US" dirty="0" err="1">
                <a:ea typeface="+mn-lt"/>
                <a:cs typeface="+mn-lt"/>
              </a:rPr>
              <a:t>controle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acesso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impõe</a:t>
            </a:r>
            <a:r>
              <a:rPr lang="en-US" dirty="0">
                <a:ea typeface="+mn-lt"/>
                <a:cs typeface="+mn-lt"/>
              </a:rPr>
              <a:t> a </a:t>
            </a:r>
            <a:r>
              <a:rPr lang="en-US" dirty="0" err="1">
                <a:ea typeface="+mn-lt"/>
                <a:cs typeface="+mn-lt"/>
              </a:rPr>
              <a:t>política</a:t>
            </a:r>
            <a:r>
              <a:rPr lang="en-US" dirty="0">
                <a:ea typeface="+mn-lt"/>
                <a:cs typeface="+mn-lt"/>
              </a:rPr>
              <a:t> para que </a:t>
            </a:r>
            <a:r>
              <a:rPr lang="en-US" dirty="0" err="1">
                <a:ea typeface="+mn-lt"/>
                <a:cs typeface="+mn-lt"/>
              </a:rPr>
              <a:t>os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usuários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não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possam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agir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além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suas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permissões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pretendidas</a:t>
            </a:r>
            <a:r>
              <a:rPr lang="en-US" dirty="0">
                <a:ea typeface="+mn-lt"/>
                <a:cs typeface="+mn-lt"/>
              </a:rPr>
              <a:t>. </a:t>
            </a:r>
            <a:r>
              <a:rPr lang="en-US" dirty="0" err="1">
                <a:ea typeface="+mn-lt"/>
                <a:cs typeface="+mn-lt"/>
              </a:rPr>
              <a:t>Falhas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geralmente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levam</a:t>
            </a:r>
            <a:r>
              <a:rPr lang="en-US" dirty="0">
                <a:ea typeface="+mn-lt"/>
                <a:cs typeface="+mn-lt"/>
              </a:rPr>
              <a:t> à </a:t>
            </a:r>
            <a:r>
              <a:rPr lang="en-US" dirty="0" err="1">
                <a:ea typeface="+mn-lt"/>
                <a:cs typeface="+mn-lt"/>
              </a:rPr>
              <a:t>divulgação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não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autorizada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informações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modificação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destruição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todos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os</a:t>
            </a:r>
            <a:r>
              <a:rPr lang="en-US" dirty="0">
                <a:ea typeface="+mn-lt"/>
                <a:cs typeface="+mn-lt"/>
              </a:rPr>
              <a:t> dados, </a:t>
            </a:r>
            <a:r>
              <a:rPr lang="en-US" dirty="0" err="1">
                <a:ea typeface="+mn-lt"/>
                <a:cs typeface="+mn-lt"/>
              </a:rPr>
              <a:t>ou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execução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funções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negócios</a:t>
            </a:r>
            <a:r>
              <a:rPr lang="en-US" dirty="0">
                <a:ea typeface="+mn-lt"/>
                <a:cs typeface="+mn-lt"/>
              </a:rPr>
              <a:t> fora dos </a:t>
            </a:r>
            <a:r>
              <a:rPr lang="en-US" dirty="0" err="1">
                <a:ea typeface="+mn-lt"/>
                <a:cs typeface="+mn-lt"/>
              </a:rPr>
              <a:t>limites</a:t>
            </a:r>
            <a:r>
              <a:rPr lang="en-US" dirty="0">
                <a:ea typeface="+mn-lt"/>
                <a:cs typeface="+mn-lt"/>
              </a:rPr>
              <a:t> do </a:t>
            </a:r>
            <a:r>
              <a:rPr lang="en-US" dirty="0" err="1">
                <a:ea typeface="+mn-lt"/>
                <a:cs typeface="+mn-lt"/>
              </a:rPr>
              <a:t>usuário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52824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A8579-1114-EB35-02CD-7343A7E94D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A1 - </a:t>
            </a:r>
            <a:r>
              <a:rPr lang="en-US" dirty="0" err="1"/>
              <a:t>Exemplo</a:t>
            </a:r>
          </a:p>
        </p:txBody>
      </p:sp>
      <p:pic>
        <p:nvPicPr>
          <p:cNvPr id="6" name="Picture 5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23B85FFB-6B33-FBF9-EE30-762DC4E9EB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935" y="1772864"/>
            <a:ext cx="5622364" cy="2273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83948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BB613-2B08-CA91-CEBC-5DAD14C64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72704-F4FA-07E5-F3A3-B7E383701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A1 - </a:t>
            </a:r>
            <a:r>
              <a:rPr lang="en-US" dirty="0" err="1"/>
              <a:t>Exemplo</a:t>
            </a:r>
          </a:p>
        </p:txBody>
      </p:sp>
      <p:pic>
        <p:nvPicPr>
          <p:cNvPr id="7" name="Picture 6" descr="A computer screen shot of a program&#10;&#10;AI-generated content may be incorrect.">
            <a:extLst>
              <a:ext uri="{FF2B5EF4-FFF2-40B4-BE49-F238E27FC236}">
                <a16:creationId xmlns:a16="http://schemas.microsoft.com/office/drawing/2014/main" id="{2531FFAE-ABD2-3F57-6778-A3EDDCEDE9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2401" y="1469185"/>
            <a:ext cx="5689787" cy="5032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7394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EB6E8-3B0B-5C2E-6973-46F122697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A02:2021Cryptographic Failures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8D62ED-816E-94F8-1BB4-6D6507D18F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>
                <a:ea typeface="+mn-lt"/>
                <a:cs typeface="+mn-lt"/>
              </a:rPr>
              <a:t>Criptografia</a:t>
            </a:r>
            <a:r>
              <a:rPr lang="en-US" dirty="0">
                <a:ea typeface="+mn-lt"/>
                <a:cs typeface="+mn-lt"/>
              </a:rPr>
              <a:t> é </a:t>
            </a:r>
            <a:r>
              <a:rPr lang="en-US" dirty="0" err="1">
                <a:ea typeface="+mn-lt"/>
                <a:cs typeface="+mn-lt"/>
              </a:rPr>
              <a:t>importante</a:t>
            </a:r>
            <a:r>
              <a:rPr lang="en-US" dirty="0">
                <a:ea typeface="+mn-lt"/>
                <a:cs typeface="+mn-lt"/>
              </a:rPr>
              <a:t>, e o </a:t>
            </a:r>
            <a:r>
              <a:rPr lang="en-US" dirty="0" err="1">
                <a:ea typeface="+mn-lt"/>
                <a:cs typeface="+mn-lt"/>
              </a:rPr>
              <a:t>foco</a:t>
            </a:r>
            <a:r>
              <a:rPr lang="en-US" dirty="0">
                <a:ea typeface="+mn-lt"/>
                <a:cs typeface="+mn-lt"/>
              </a:rPr>
              <a:t> principal </a:t>
            </a:r>
            <a:r>
              <a:rPr lang="en-US" dirty="0" err="1">
                <a:ea typeface="+mn-lt"/>
                <a:cs typeface="+mn-lt"/>
              </a:rPr>
              <a:t>desta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categoria</a:t>
            </a:r>
            <a:r>
              <a:rPr lang="en-US" dirty="0">
                <a:ea typeface="+mn-lt"/>
                <a:cs typeface="+mn-lt"/>
              </a:rPr>
              <a:t> é </a:t>
            </a:r>
            <a:r>
              <a:rPr lang="en-US" dirty="0" err="1">
                <a:ea typeface="+mn-lt"/>
                <a:cs typeface="+mn-lt"/>
              </a:rPr>
              <a:t>em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falhas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relacionadas</a:t>
            </a:r>
            <a:r>
              <a:rPr lang="en-US" dirty="0">
                <a:ea typeface="+mn-lt"/>
                <a:cs typeface="+mn-lt"/>
              </a:rPr>
              <a:t> à </a:t>
            </a:r>
            <a:r>
              <a:rPr lang="en-US" dirty="0" err="1">
                <a:ea typeface="+mn-lt"/>
                <a:cs typeface="+mn-lt"/>
              </a:rPr>
              <a:t>criptografia</a:t>
            </a:r>
            <a:r>
              <a:rPr lang="en-US" dirty="0">
                <a:ea typeface="+mn-lt"/>
                <a:cs typeface="+mn-lt"/>
              </a:rPr>
              <a:t>. </a:t>
            </a:r>
            <a:r>
              <a:rPr lang="en-US" dirty="0" err="1">
                <a:ea typeface="+mn-lt"/>
                <a:cs typeface="+mn-lt"/>
              </a:rPr>
              <a:t>Geralmente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essas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falhas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levam</a:t>
            </a:r>
            <a:r>
              <a:rPr lang="en-US" dirty="0">
                <a:ea typeface="+mn-lt"/>
                <a:cs typeface="+mn-lt"/>
              </a:rPr>
              <a:t> à </a:t>
            </a:r>
            <a:r>
              <a:rPr lang="en-US" dirty="0" err="1">
                <a:ea typeface="+mn-lt"/>
                <a:cs typeface="+mn-lt"/>
              </a:rPr>
              <a:t>exposição</a:t>
            </a:r>
            <a:r>
              <a:rPr lang="en-US" dirty="0">
                <a:ea typeface="+mn-lt"/>
                <a:cs typeface="+mn-lt"/>
              </a:rPr>
              <a:t> de dados </a:t>
            </a:r>
            <a:r>
              <a:rPr lang="en-US" dirty="0" err="1">
                <a:ea typeface="+mn-lt"/>
                <a:cs typeface="+mn-lt"/>
              </a:rPr>
              <a:t>confidenciais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comprometimento</a:t>
            </a:r>
            <a:r>
              <a:rPr lang="en-US" dirty="0">
                <a:ea typeface="+mn-lt"/>
                <a:cs typeface="+mn-lt"/>
              </a:rPr>
              <a:t> do </a:t>
            </a:r>
            <a:r>
              <a:rPr lang="en-US" dirty="0" err="1">
                <a:ea typeface="+mn-lt"/>
                <a:cs typeface="+mn-lt"/>
              </a:rPr>
              <a:t>sistema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70941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DA959-173D-4640-73B7-96B175770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D6C86-B7B7-68BD-3277-3FED068D7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A02 - </a:t>
            </a:r>
            <a:r>
              <a:rPr lang="en-US" dirty="0" err="1">
                <a:ea typeface="+mj-lt"/>
                <a:cs typeface="+mj-lt"/>
              </a:rPr>
              <a:t>Exemplo</a:t>
            </a:r>
            <a:endParaRPr lang="en-US" dirty="0" err="1"/>
          </a:p>
        </p:txBody>
      </p:sp>
      <p:pic>
        <p:nvPicPr>
          <p:cNvPr id="4" name="Content Placeholder 3" descr="A computer screen shot of a program code&#10;&#10;AI-generated content may be incorrect.">
            <a:extLst>
              <a:ext uri="{FF2B5EF4-FFF2-40B4-BE49-F238E27FC236}">
                <a16:creationId xmlns:a16="http://schemas.microsoft.com/office/drawing/2014/main" id="{56F99C2C-8918-822A-0BBA-C71FB9E482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19927" y="1825625"/>
            <a:ext cx="5352146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4932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1FD4A-1885-016E-687E-60F7360E4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A2AE2-E19F-A242-478B-4B831CE6D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A02 - </a:t>
            </a:r>
            <a:r>
              <a:rPr lang="en-US" dirty="0" err="1">
                <a:ea typeface="+mj-lt"/>
                <a:cs typeface="+mj-lt"/>
              </a:rPr>
              <a:t>Exemplo</a:t>
            </a:r>
            <a:endParaRPr lang="en-US" dirty="0" err="1"/>
          </a:p>
        </p:txBody>
      </p:sp>
      <p:pic>
        <p:nvPicPr>
          <p:cNvPr id="6" name="Content Placeholder 5" descr="A computer screen shot of a computer code&#10;&#10;AI-generated content may be incorrect.">
            <a:extLst>
              <a:ext uri="{FF2B5EF4-FFF2-40B4-BE49-F238E27FC236}">
                <a16:creationId xmlns:a16="http://schemas.microsoft.com/office/drawing/2014/main" id="{5CE67D24-74AE-03FD-6F8A-F06709E6E9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95550" y="2482056"/>
            <a:ext cx="7200900" cy="3038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42475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38F03-5172-1A0A-829D-6A41E1AA3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A03:2021 Injection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CDAF86-678E-BADD-FAB8-8849ABF1CA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A </a:t>
            </a:r>
            <a:r>
              <a:rPr lang="en-US" dirty="0" err="1">
                <a:ea typeface="+mn-lt"/>
                <a:cs typeface="+mn-lt"/>
              </a:rPr>
              <a:t>injeção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ocorre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quando</a:t>
            </a:r>
            <a:r>
              <a:rPr lang="en-US" dirty="0">
                <a:ea typeface="+mn-lt"/>
                <a:cs typeface="+mn-lt"/>
              </a:rPr>
              <a:t> dados </a:t>
            </a:r>
            <a:r>
              <a:rPr lang="en-US" dirty="0" err="1">
                <a:ea typeface="+mn-lt"/>
                <a:cs typeface="+mn-lt"/>
              </a:rPr>
              <a:t>não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confiáveis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são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enviados</a:t>
            </a:r>
            <a:r>
              <a:rPr lang="en-US" dirty="0">
                <a:ea typeface="+mn-lt"/>
                <a:cs typeface="+mn-lt"/>
              </a:rPr>
              <a:t> a um </a:t>
            </a:r>
            <a:r>
              <a:rPr lang="en-US" dirty="0" err="1">
                <a:ea typeface="+mn-lt"/>
                <a:cs typeface="+mn-lt"/>
              </a:rPr>
              <a:t>interpretador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como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parte</a:t>
            </a:r>
            <a:r>
              <a:rPr lang="en-US" dirty="0">
                <a:ea typeface="+mn-lt"/>
                <a:cs typeface="+mn-lt"/>
              </a:rPr>
              <a:t> de um </a:t>
            </a:r>
            <a:r>
              <a:rPr lang="en-US" dirty="0" err="1">
                <a:ea typeface="+mn-lt"/>
                <a:cs typeface="+mn-lt"/>
              </a:rPr>
              <a:t>comando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ou</a:t>
            </a:r>
            <a:r>
              <a:rPr lang="en-US" dirty="0">
                <a:ea typeface="+mn-lt"/>
                <a:cs typeface="+mn-lt"/>
              </a:rPr>
              <a:t> consulta. </a:t>
            </a:r>
            <a:r>
              <a:rPr lang="en-US" dirty="0" err="1">
                <a:ea typeface="+mn-lt"/>
                <a:cs typeface="+mn-lt"/>
              </a:rPr>
              <a:t>Os</a:t>
            </a:r>
            <a:r>
              <a:rPr lang="en-US" dirty="0">
                <a:ea typeface="+mn-lt"/>
                <a:cs typeface="+mn-lt"/>
              </a:rPr>
              <a:t> dados </a:t>
            </a:r>
            <a:r>
              <a:rPr lang="en-US" dirty="0" err="1">
                <a:ea typeface="+mn-lt"/>
                <a:cs typeface="+mn-lt"/>
              </a:rPr>
              <a:t>hostis</a:t>
            </a:r>
            <a:r>
              <a:rPr lang="en-US" dirty="0">
                <a:ea typeface="+mn-lt"/>
                <a:cs typeface="+mn-lt"/>
              </a:rPr>
              <a:t> do </a:t>
            </a:r>
            <a:r>
              <a:rPr lang="en-US" dirty="0" err="1">
                <a:ea typeface="+mn-lt"/>
                <a:cs typeface="+mn-lt"/>
              </a:rPr>
              <a:t>invasor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podem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enganar</a:t>
            </a:r>
            <a:r>
              <a:rPr lang="en-US" dirty="0">
                <a:ea typeface="+mn-lt"/>
                <a:cs typeface="+mn-lt"/>
              </a:rPr>
              <a:t> o </a:t>
            </a:r>
            <a:r>
              <a:rPr lang="en-US" dirty="0" err="1">
                <a:ea typeface="+mn-lt"/>
                <a:cs typeface="+mn-lt"/>
              </a:rPr>
              <a:t>interpretador</a:t>
            </a:r>
            <a:r>
              <a:rPr lang="en-US" dirty="0">
                <a:ea typeface="+mn-lt"/>
                <a:cs typeface="+mn-lt"/>
              </a:rPr>
              <a:t> para </a:t>
            </a:r>
            <a:r>
              <a:rPr lang="en-US" dirty="0" err="1">
                <a:ea typeface="+mn-lt"/>
                <a:cs typeface="+mn-lt"/>
              </a:rPr>
              <a:t>executar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comandos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não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intencionais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acessar</a:t>
            </a:r>
            <a:r>
              <a:rPr lang="en-US" dirty="0">
                <a:ea typeface="+mn-lt"/>
                <a:cs typeface="+mn-lt"/>
              </a:rPr>
              <a:t> dados </a:t>
            </a:r>
            <a:r>
              <a:rPr lang="en-US" dirty="0" err="1">
                <a:ea typeface="+mn-lt"/>
                <a:cs typeface="+mn-lt"/>
              </a:rPr>
              <a:t>sem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autorização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87477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D3F44-DBEC-4841-C451-6C3AE7932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10661-6802-D5F6-43D8-A2C4C3235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A03 - </a:t>
            </a:r>
            <a:r>
              <a:rPr lang="en-US" dirty="0" err="1">
                <a:ea typeface="+mj-lt"/>
                <a:cs typeface="+mj-lt"/>
              </a:rPr>
              <a:t>Exemplo</a:t>
            </a:r>
            <a:endParaRPr lang="en-US" dirty="0" err="1"/>
          </a:p>
        </p:txBody>
      </p:sp>
      <p:pic>
        <p:nvPicPr>
          <p:cNvPr id="6" name="Content Placeholder 5" descr="A computer screen shot of text&#10;&#10;AI-generated content may be incorrect.">
            <a:extLst>
              <a:ext uri="{FF2B5EF4-FFF2-40B4-BE49-F238E27FC236}">
                <a16:creationId xmlns:a16="http://schemas.microsoft.com/office/drawing/2014/main" id="{B2B495AE-231C-0681-7819-BE90CD1167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95662" y="2220119"/>
            <a:ext cx="5400675" cy="3562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8522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8667F-C625-3440-6743-CC46E307B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AAD83-FF7B-9A05-2824-AB6B03C62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A03 - </a:t>
            </a:r>
            <a:r>
              <a:rPr lang="en-US" dirty="0" err="1">
                <a:ea typeface="+mj-lt"/>
                <a:cs typeface="+mj-lt"/>
              </a:rPr>
              <a:t>Exemplo</a:t>
            </a:r>
            <a:endParaRPr lang="en-US" dirty="0" err="1"/>
          </a:p>
        </p:txBody>
      </p:sp>
      <p:pic>
        <p:nvPicPr>
          <p:cNvPr id="6" name="Content Placeholder 5" descr="A computer screen with text on it&#10;&#10;AI-generated content may be incorrect.">
            <a:extLst>
              <a:ext uri="{FF2B5EF4-FFF2-40B4-BE49-F238E27FC236}">
                <a16:creationId xmlns:a16="http://schemas.microsoft.com/office/drawing/2014/main" id="{45D10B80-B4AE-0674-506F-840899407E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71775" y="2639219"/>
            <a:ext cx="6648450" cy="2724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36120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038223-AFEE-BB40-6A0E-617355636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A04:2021Insecure Design</a:t>
            </a:r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AAF3C1-6DCE-B0A0-320A-DD922CE195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Design </a:t>
            </a:r>
            <a:r>
              <a:rPr lang="en-US" dirty="0" err="1">
                <a:ea typeface="+mn-lt"/>
                <a:cs typeface="+mn-lt"/>
              </a:rPr>
              <a:t>inseguro</a:t>
            </a:r>
            <a:r>
              <a:rPr lang="en-US" dirty="0">
                <a:ea typeface="+mn-lt"/>
                <a:cs typeface="+mn-lt"/>
              </a:rPr>
              <a:t> é </a:t>
            </a:r>
            <a:r>
              <a:rPr lang="en-US" dirty="0" err="1">
                <a:ea typeface="+mn-lt"/>
                <a:cs typeface="+mn-lt"/>
              </a:rPr>
              <a:t>uma</a:t>
            </a:r>
            <a:r>
              <a:rPr lang="en-US" dirty="0">
                <a:ea typeface="+mn-lt"/>
                <a:cs typeface="+mn-lt"/>
              </a:rPr>
              <a:t> nova </a:t>
            </a:r>
            <a:r>
              <a:rPr lang="en-US" dirty="0" err="1">
                <a:ea typeface="+mn-lt"/>
                <a:cs typeface="+mn-lt"/>
              </a:rPr>
              <a:t>categoria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focada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riscos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relacionados</a:t>
            </a:r>
            <a:r>
              <a:rPr lang="en-US" dirty="0">
                <a:ea typeface="+mn-lt"/>
                <a:cs typeface="+mn-lt"/>
              </a:rPr>
              <a:t> a </a:t>
            </a:r>
            <a:r>
              <a:rPr lang="en-US" dirty="0" err="1">
                <a:ea typeface="+mn-lt"/>
                <a:cs typeface="+mn-lt"/>
              </a:rPr>
              <a:t>falhas</a:t>
            </a:r>
            <a:r>
              <a:rPr lang="en-US" dirty="0">
                <a:ea typeface="+mn-lt"/>
                <a:cs typeface="+mn-lt"/>
              </a:rPr>
              <a:t> de design. Esta </a:t>
            </a:r>
            <a:r>
              <a:rPr lang="en-US" dirty="0" err="1">
                <a:ea typeface="+mn-lt"/>
                <a:cs typeface="+mn-lt"/>
              </a:rPr>
              <a:t>categoria</a:t>
            </a:r>
            <a:r>
              <a:rPr lang="en-US" dirty="0">
                <a:ea typeface="+mn-lt"/>
                <a:cs typeface="+mn-lt"/>
              </a:rPr>
              <a:t> visa </a:t>
            </a:r>
            <a:r>
              <a:rPr lang="en-US" dirty="0" err="1">
                <a:ea typeface="+mn-lt"/>
                <a:cs typeface="+mn-lt"/>
              </a:rPr>
              <a:t>aumentar</a:t>
            </a:r>
            <a:r>
              <a:rPr lang="en-US" dirty="0">
                <a:ea typeface="+mn-lt"/>
                <a:cs typeface="+mn-lt"/>
              </a:rPr>
              <a:t> a </a:t>
            </a:r>
            <a:r>
              <a:rPr lang="en-US" dirty="0" err="1">
                <a:ea typeface="+mn-lt"/>
                <a:cs typeface="+mn-lt"/>
              </a:rPr>
              <a:t>conscientização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sobre</a:t>
            </a:r>
            <a:r>
              <a:rPr lang="en-US" dirty="0">
                <a:ea typeface="+mn-lt"/>
                <a:cs typeface="+mn-lt"/>
              </a:rPr>
              <a:t> a </a:t>
            </a:r>
            <a:r>
              <a:rPr lang="en-US" dirty="0" err="1">
                <a:ea typeface="+mn-lt"/>
                <a:cs typeface="+mn-lt"/>
              </a:rPr>
              <a:t>necessidade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mais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uso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modelagem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ameaças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padrões</a:t>
            </a:r>
            <a:r>
              <a:rPr lang="en-US" dirty="0">
                <a:ea typeface="+mn-lt"/>
                <a:cs typeface="+mn-lt"/>
              </a:rPr>
              <a:t> e </a:t>
            </a:r>
            <a:r>
              <a:rPr lang="en-US" dirty="0" err="1">
                <a:ea typeface="+mn-lt"/>
                <a:cs typeface="+mn-lt"/>
              </a:rPr>
              <a:t>princípios</a:t>
            </a:r>
            <a:r>
              <a:rPr lang="en-US" dirty="0">
                <a:ea typeface="+mn-lt"/>
                <a:cs typeface="+mn-lt"/>
              </a:rPr>
              <a:t> de design </a:t>
            </a:r>
            <a:r>
              <a:rPr lang="en-US" dirty="0" err="1">
                <a:ea typeface="+mn-lt"/>
                <a:cs typeface="+mn-lt"/>
              </a:rPr>
              <a:t>seguro</a:t>
            </a:r>
            <a:r>
              <a:rPr lang="en-US" dirty="0">
                <a:ea typeface="+mn-lt"/>
                <a:cs typeface="+mn-lt"/>
              </a:rPr>
              <a:t> e </a:t>
            </a:r>
            <a:r>
              <a:rPr lang="en-US" dirty="0" err="1">
                <a:ea typeface="+mn-lt"/>
                <a:cs typeface="+mn-lt"/>
              </a:rPr>
              <a:t>arquiteturas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referência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60268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C3885-E440-3C66-4F78-4124D850E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F009D-EED3-44F3-F747-38249B2A8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A04 – </a:t>
            </a:r>
            <a:r>
              <a:rPr lang="en-US" dirty="0" err="1"/>
              <a:t>Exemplo</a:t>
            </a:r>
            <a:r>
              <a:rPr lang="en-US" dirty="0"/>
              <a:t> (</a:t>
            </a:r>
            <a:r>
              <a:rPr lang="en-US" dirty="0" err="1"/>
              <a:t>Cenario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37E1F2-CDED-9EAB-5BF8-97926AE3EC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10000"/>
          </a:bodyPr>
          <a:lstStyle/>
          <a:p>
            <a:r>
              <a:rPr lang="en-US" dirty="0">
                <a:ea typeface="+mn-lt"/>
                <a:cs typeface="+mn-lt"/>
              </a:rPr>
              <a:t>Uma </a:t>
            </a:r>
            <a:r>
              <a:rPr lang="en-US" dirty="0" err="1">
                <a:ea typeface="+mn-lt"/>
                <a:cs typeface="+mn-lt"/>
              </a:rPr>
              <a:t>aplicação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bancária</a:t>
            </a:r>
            <a:r>
              <a:rPr lang="en-US" dirty="0">
                <a:ea typeface="+mn-lt"/>
                <a:cs typeface="+mn-lt"/>
              </a:rPr>
              <a:t> online </a:t>
            </a:r>
            <a:r>
              <a:rPr lang="en-US" dirty="0" err="1">
                <a:ea typeface="+mn-lt"/>
                <a:cs typeface="+mn-lt"/>
              </a:rPr>
              <a:t>permite</a:t>
            </a:r>
            <a:r>
              <a:rPr lang="en-US" dirty="0">
                <a:ea typeface="+mn-lt"/>
                <a:cs typeface="+mn-lt"/>
              </a:rPr>
              <a:t> que um </a:t>
            </a:r>
            <a:r>
              <a:rPr lang="en-US" dirty="0" err="1">
                <a:ea typeface="+mn-lt"/>
                <a:cs typeface="+mn-lt"/>
              </a:rPr>
              <a:t>usuário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transfira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fundos</a:t>
            </a:r>
            <a:r>
              <a:rPr lang="en-US" dirty="0">
                <a:ea typeface="+mn-lt"/>
                <a:cs typeface="+mn-lt"/>
              </a:rPr>
              <a:t> entre </a:t>
            </a:r>
            <a:r>
              <a:rPr lang="en-US" dirty="0" err="1">
                <a:ea typeface="+mn-lt"/>
                <a:cs typeface="+mn-lt"/>
              </a:rPr>
              <a:t>contas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exigir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uma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confirmação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dois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fatores</a:t>
            </a:r>
            <a:r>
              <a:rPr lang="en-US" dirty="0">
                <a:ea typeface="+mn-lt"/>
                <a:cs typeface="+mn-lt"/>
              </a:rPr>
              <a:t> para </a:t>
            </a:r>
            <a:r>
              <a:rPr lang="en-US" dirty="0" err="1">
                <a:ea typeface="+mn-lt"/>
                <a:cs typeface="+mn-lt"/>
              </a:rPr>
              <a:t>transações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acima</a:t>
            </a:r>
            <a:r>
              <a:rPr lang="en-US" dirty="0">
                <a:ea typeface="+mn-lt"/>
                <a:cs typeface="+mn-lt"/>
              </a:rPr>
              <a:t> de um </a:t>
            </a:r>
            <a:r>
              <a:rPr lang="en-US" dirty="0" err="1">
                <a:ea typeface="+mn-lt"/>
                <a:cs typeface="+mn-lt"/>
              </a:rPr>
              <a:t>determinado</a:t>
            </a:r>
            <a:r>
              <a:rPr lang="en-US" dirty="0">
                <a:ea typeface="+mn-lt"/>
                <a:cs typeface="+mn-lt"/>
              </a:rPr>
              <a:t> valor, </a:t>
            </a:r>
            <a:r>
              <a:rPr lang="en-US" dirty="0" err="1">
                <a:ea typeface="+mn-lt"/>
                <a:cs typeface="+mn-lt"/>
              </a:rPr>
              <a:t>mesmo</a:t>
            </a:r>
            <a:r>
              <a:rPr lang="en-US" dirty="0">
                <a:ea typeface="+mn-lt"/>
                <a:cs typeface="+mn-lt"/>
              </a:rPr>
              <a:t> que o 2FA </a:t>
            </a:r>
            <a:r>
              <a:rPr lang="en-US" dirty="0" err="1">
                <a:ea typeface="+mn-lt"/>
                <a:cs typeface="+mn-lt"/>
              </a:rPr>
              <a:t>esteja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habilitado</a:t>
            </a:r>
            <a:r>
              <a:rPr lang="en-US" dirty="0">
                <a:ea typeface="+mn-lt"/>
                <a:cs typeface="+mn-lt"/>
              </a:rPr>
              <a:t> para o login. A </a:t>
            </a:r>
            <a:r>
              <a:rPr lang="en-US" dirty="0" err="1">
                <a:ea typeface="+mn-lt"/>
                <a:cs typeface="+mn-lt"/>
              </a:rPr>
              <a:t>falha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aqui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não</a:t>
            </a:r>
            <a:r>
              <a:rPr lang="en-US" dirty="0">
                <a:ea typeface="+mn-lt"/>
                <a:cs typeface="+mn-lt"/>
              </a:rPr>
              <a:t> é </a:t>
            </a:r>
            <a:r>
              <a:rPr lang="en-US" dirty="0" err="1">
                <a:ea typeface="+mn-lt"/>
                <a:cs typeface="+mn-lt"/>
              </a:rPr>
              <a:t>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implementação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segurança</a:t>
            </a:r>
            <a:r>
              <a:rPr lang="en-US" dirty="0">
                <a:ea typeface="+mn-lt"/>
                <a:cs typeface="+mn-lt"/>
              </a:rPr>
              <a:t> (a </a:t>
            </a:r>
            <a:r>
              <a:rPr lang="en-US" dirty="0" err="1">
                <a:ea typeface="+mn-lt"/>
                <a:cs typeface="+mn-lt"/>
              </a:rPr>
              <a:t>autenticação</a:t>
            </a:r>
            <a:r>
              <a:rPr lang="en-US" dirty="0">
                <a:ea typeface="+mn-lt"/>
                <a:cs typeface="+mn-lt"/>
              </a:rPr>
              <a:t> 2FA </a:t>
            </a:r>
            <a:r>
              <a:rPr lang="en-US" dirty="0" err="1">
                <a:ea typeface="+mn-lt"/>
                <a:cs typeface="+mn-lt"/>
              </a:rPr>
              <a:t>está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lá</a:t>
            </a:r>
            <a:r>
              <a:rPr lang="en-US" dirty="0">
                <a:ea typeface="+mn-lt"/>
                <a:cs typeface="+mn-lt"/>
              </a:rPr>
              <a:t>), mas no design do </a:t>
            </a:r>
            <a:r>
              <a:rPr lang="en-US" dirty="0" err="1">
                <a:ea typeface="+mn-lt"/>
                <a:cs typeface="+mn-lt"/>
              </a:rPr>
              <a:t>processo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transação</a:t>
            </a:r>
            <a:r>
              <a:rPr lang="en-US" dirty="0">
                <a:ea typeface="+mn-lt"/>
                <a:cs typeface="+mn-lt"/>
              </a:rPr>
              <a:t> que </a:t>
            </a:r>
            <a:r>
              <a:rPr lang="en-US" dirty="0" err="1">
                <a:ea typeface="+mn-lt"/>
                <a:cs typeface="+mn-lt"/>
              </a:rPr>
              <a:t>não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exige</a:t>
            </a:r>
            <a:r>
              <a:rPr lang="en-US" dirty="0">
                <a:ea typeface="+mn-lt"/>
                <a:cs typeface="+mn-lt"/>
              </a:rPr>
              <a:t> a </a:t>
            </a:r>
            <a:r>
              <a:rPr lang="en-US" dirty="0" err="1">
                <a:ea typeface="+mn-lt"/>
                <a:cs typeface="+mn-lt"/>
              </a:rPr>
              <a:t>reautenticação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ou</a:t>
            </a:r>
            <a:r>
              <a:rPr lang="en-US" dirty="0">
                <a:ea typeface="+mn-lt"/>
                <a:cs typeface="+mn-lt"/>
              </a:rPr>
              <a:t> um </a:t>
            </a:r>
            <a:r>
              <a:rPr lang="en-US" dirty="0" err="1">
                <a:ea typeface="+mn-lt"/>
                <a:cs typeface="+mn-lt"/>
              </a:rPr>
              <a:t>segundo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fator</a:t>
            </a:r>
            <a:r>
              <a:rPr lang="en-US" dirty="0">
                <a:ea typeface="+mn-lt"/>
                <a:cs typeface="+mn-lt"/>
              </a:rPr>
              <a:t> para </a:t>
            </a:r>
            <a:r>
              <a:rPr lang="en-US" dirty="0" err="1">
                <a:ea typeface="+mn-lt"/>
                <a:cs typeface="+mn-lt"/>
              </a:rPr>
              <a:t>operações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críticas</a:t>
            </a:r>
            <a:r>
              <a:rPr lang="en-US" dirty="0">
                <a:ea typeface="+mn-lt"/>
                <a:cs typeface="+mn-lt"/>
              </a:rPr>
              <a:t>.</a:t>
            </a:r>
          </a:p>
          <a:p>
            <a:endParaRPr lang="en-US"/>
          </a:p>
          <a:p>
            <a:r>
              <a:rPr lang="en-US" dirty="0" err="1">
                <a:ea typeface="+mn-lt"/>
                <a:cs typeface="+mn-lt"/>
              </a:rPr>
              <a:t>Problema</a:t>
            </a:r>
            <a:r>
              <a:rPr lang="en-US" dirty="0">
                <a:ea typeface="+mn-lt"/>
                <a:cs typeface="+mn-lt"/>
              </a:rPr>
              <a:t>: A </a:t>
            </a:r>
            <a:r>
              <a:rPr lang="en-US" dirty="0" err="1">
                <a:ea typeface="+mn-lt"/>
                <a:cs typeface="+mn-lt"/>
              </a:rPr>
              <a:t>ausência</a:t>
            </a:r>
            <a:r>
              <a:rPr lang="en-US" dirty="0">
                <a:ea typeface="+mn-lt"/>
                <a:cs typeface="+mn-lt"/>
              </a:rPr>
              <a:t> de um design de </a:t>
            </a:r>
            <a:r>
              <a:rPr lang="en-US" dirty="0" err="1">
                <a:ea typeface="+mn-lt"/>
                <a:cs typeface="+mn-lt"/>
              </a:rPr>
              <a:t>segurança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adequado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fases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iniciais</a:t>
            </a:r>
            <a:r>
              <a:rPr lang="en-US" dirty="0">
                <a:ea typeface="+mn-lt"/>
                <a:cs typeface="+mn-lt"/>
              </a:rPr>
              <a:t> (</a:t>
            </a:r>
            <a:r>
              <a:rPr lang="en-US" dirty="0" err="1">
                <a:ea typeface="+mn-lt"/>
                <a:cs typeface="+mn-lt"/>
              </a:rPr>
              <a:t>como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modelagem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ameaças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uso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padrões</a:t>
            </a:r>
            <a:r>
              <a:rPr lang="en-US" dirty="0">
                <a:ea typeface="+mn-lt"/>
                <a:cs typeface="+mn-lt"/>
              </a:rPr>
              <a:t> de design </a:t>
            </a:r>
            <a:r>
              <a:rPr lang="en-US" dirty="0" err="1">
                <a:ea typeface="+mn-lt"/>
                <a:cs typeface="+mn-lt"/>
              </a:rPr>
              <a:t>seguro</a:t>
            </a:r>
            <a:r>
              <a:rPr lang="en-US" dirty="0">
                <a:ea typeface="+mn-lt"/>
                <a:cs typeface="+mn-lt"/>
              </a:rPr>
              <a:t>) leva a </a:t>
            </a:r>
            <a:r>
              <a:rPr lang="en-US" dirty="0" err="1">
                <a:ea typeface="+mn-lt"/>
                <a:cs typeface="+mn-lt"/>
              </a:rPr>
              <a:t>vulnerabilidades</a:t>
            </a:r>
            <a:r>
              <a:rPr lang="en-US" dirty="0">
                <a:ea typeface="+mn-lt"/>
                <a:cs typeface="+mn-lt"/>
              </a:rPr>
              <a:t> que </a:t>
            </a:r>
            <a:r>
              <a:rPr lang="en-US" dirty="0" err="1">
                <a:ea typeface="+mn-lt"/>
                <a:cs typeface="+mn-lt"/>
              </a:rPr>
              <a:t>são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difíceis</a:t>
            </a:r>
            <a:r>
              <a:rPr lang="en-US" dirty="0">
                <a:ea typeface="+mn-lt"/>
                <a:cs typeface="+mn-lt"/>
              </a:rPr>
              <a:t> e </a:t>
            </a:r>
            <a:r>
              <a:rPr lang="en-US" dirty="0" err="1">
                <a:ea typeface="+mn-lt"/>
                <a:cs typeface="+mn-lt"/>
              </a:rPr>
              <a:t>caras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corrigir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posteriormente</a:t>
            </a:r>
            <a:r>
              <a:rPr lang="en-US" dirty="0">
                <a:ea typeface="+mn-lt"/>
                <a:cs typeface="+mn-lt"/>
              </a:rPr>
              <a:t>.</a:t>
            </a:r>
          </a:p>
          <a:p>
            <a:endParaRPr lang="en-US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91331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0FD8C-1E2F-601E-47C7-BA017A834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4570B-F21C-BC10-1A34-DB5298CBF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A04 – </a:t>
            </a:r>
            <a:r>
              <a:rPr lang="en-US" dirty="0" err="1"/>
              <a:t>Exemplo</a:t>
            </a:r>
            <a:r>
              <a:rPr lang="en-US" dirty="0"/>
              <a:t> (</a:t>
            </a:r>
            <a:r>
              <a:rPr lang="en-US" dirty="0" err="1"/>
              <a:t>Cenario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C6C0DD-FB3E-D775-F60D-C27F7EB0E6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 err="1">
                <a:ea typeface="+mn-lt"/>
                <a:cs typeface="+mn-lt"/>
              </a:rPr>
              <a:t>Solução</a:t>
            </a:r>
            <a:r>
              <a:rPr lang="en-US" dirty="0">
                <a:ea typeface="+mn-lt"/>
                <a:cs typeface="+mn-lt"/>
              </a:rPr>
              <a:t> (</a:t>
            </a:r>
            <a:r>
              <a:rPr lang="en-US" dirty="0" err="1">
                <a:ea typeface="+mn-lt"/>
                <a:cs typeface="+mn-lt"/>
              </a:rPr>
              <a:t>Abordagem</a:t>
            </a:r>
            <a:r>
              <a:rPr lang="en-US" dirty="0">
                <a:ea typeface="+mn-lt"/>
                <a:cs typeface="+mn-lt"/>
              </a:rPr>
              <a:t>):</a:t>
            </a:r>
            <a:endParaRPr lang="en-US" dirty="0"/>
          </a:p>
          <a:p>
            <a:r>
              <a:rPr lang="en-US" err="1">
                <a:ea typeface="+mn-lt"/>
                <a:cs typeface="+mn-lt"/>
              </a:rPr>
              <a:t>Modelagem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err="1">
                <a:ea typeface="+mn-lt"/>
                <a:cs typeface="+mn-lt"/>
              </a:rPr>
              <a:t>Ameaças</a:t>
            </a:r>
            <a:r>
              <a:rPr lang="en-US" dirty="0">
                <a:ea typeface="+mn-lt"/>
                <a:cs typeface="+mn-lt"/>
              </a:rPr>
              <a:t>: </a:t>
            </a:r>
            <a:r>
              <a:rPr lang="en-US" err="1">
                <a:ea typeface="+mn-lt"/>
                <a:cs typeface="+mn-lt"/>
              </a:rPr>
              <a:t>Realizar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sessões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err="1">
                <a:ea typeface="+mn-lt"/>
                <a:cs typeface="+mn-lt"/>
              </a:rPr>
              <a:t>modelagem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err="1">
                <a:ea typeface="+mn-lt"/>
                <a:cs typeface="+mn-lt"/>
              </a:rPr>
              <a:t>ameaças</a:t>
            </a:r>
            <a:r>
              <a:rPr lang="en-US" dirty="0">
                <a:ea typeface="+mn-lt"/>
                <a:cs typeface="+mn-lt"/>
              </a:rPr>
              <a:t> para </a:t>
            </a:r>
            <a:r>
              <a:rPr lang="en-US" err="1">
                <a:ea typeface="+mn-lt"/>
                <a:cs typeface="+mn-lt"/>
              </a:rPr>
              <a:t>identificar</a:t>
            </a:r>
            <a:r>
              <a:rPr lang="en-US" dirty="0">
                <a:ea typeface="+mn-lt"/>
                <a:cs typeface="+mn-lt"/>
              </a:rPr>
              <a:t> e </a:t>
            </a:r>
            <a:r>
              <a:rPr lang="en-US" err="1">
                <a:ea typeface="+mn-lt"/>
                <a:cs typeface="+mn-lt"/>
              </a:rPr>
              <a:t>mitigar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riscos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err="1">
                <a:ea typeface="+mn-lt"/>
                <a:cs typeface="+mn-lt"/>
              </a:rPr>
              <a:t>segurança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fase</a:t>
            </a:r>
            <a:r>
              <a:rPr lang="en-US" dirty="0">
                <a:ea typeface="+mn-lt"/>
                <a:cs typeface="+mn-lt"/>
              </a:rPr>
              <a:t> de design.</a:t>
            </a:r>
          </a:p>
          <a:p>
            <a:r>
              <a:rPr lang="en-US" dirty="0" err="1">
                <a:ea typeface="+mn-lt"/>
                <a:cs typeface="+mn-lt"/>
              </a:rPr>
              <a:t>Padrões</a:t>
            </a:r>
            <a:r>
              <a:rPr lang="en-US" dirty="0">
                <a:ea typeface="+mn-lt"/>
                <a:cs typeface="+mn-lt"/>
              </a:rPr>
              <a:t> de Design Seguro: </a:t>
            </a:r>
            <a:r>
              <a:rPr lang="en-US" dirty="0" err="1">
                <a:ea typeface="+mn-lt"/>
                <a:cs typeface="+mn-lt"/>
              </a:rPr>
              <a:t>Utilizar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padrões</a:t>
            </a:r>
            <a:r>
              <a:rPr lang="en-US" dirty="0">
                <a:ea typeface="+mn-lt"/>
                <a:cs typeface="+mn-lt"/>
              </a:rPr>
              <a:t> de design </a:t>
            </a:r>
            <a:r>
              <a:rPr lang="en-US" dirty="0" err="1">
                <a:ea typeface="+mn-lt"/>
                <a:cs typeface="+mn-lt"/>
              </a:rPr>
              <a:t>seguro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comprovados</a:t>
            </a:r>
            <a:r>
              <a:rPr lang="en-US" dirty="0">
                <a:ea typeface="+mn-lt"/>
                <a:cs typeface="+mn-lt"/>
              </a:rPr>
              <a:t> (ex: Principle of Least Privilege, Defense in Depth) </a:t>
            </a:r>
            <a:r>
              <a:rPr lang="en-US" dirty="0" err="1">
                <a:ea typeface="+mn-lt"/>
                <a:cs typeface="+mn-lt"/>
              </a:rPr>
              <a:t>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arquitetura</a:t>
            </a:r>
            <a:r>
              <a:rPr lang="en-US" dirty="0">
                <a:ea typeface="+mn-lt"/>
                <a:cs typeface="+mn-lt"/>
              </a:rPr>
              <a:t> da </a:t>
            </a:r>
            <a:r>
              <a:rPr lang="en-US" dirty="0" err="1">
                <a:ea typeface="+mn-lt"/>
                <a:cs typeface="+mn-lt"/>
              </a:rPr>
              <a:t>aplicação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r>
              <a:rPr lang="en-US" dirty="0" err="1">
                <a:ea typeface="+mn-lt"/>
                <a:cs typeface="+mn-lt"/>
              </a:rPr>
              <a:t>Arquiteturas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Referência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Seguras</a:t>
            </a:r>
            <a:r>
              <a:rPr lang="en-US" dirty="0">
                <a:ea typeface="+mn-lt"/>
                <a:cs typeface="+mn-lt"/>
              </a:rPr>
              <a:t>: </a:t>
            </a:r>
            <a:r>
              <a:rPr lang="en-US" dirty="0" err="1">
                <a:ea typeface="+mn-lt"/>
                <a:cs typeface="+mn-lt"/>
              </a:rPr>
              <a:t>Basear</a:t>
            </a:r>
            <a:r>
              <a:rPr lang="en-US" dirty="0">
                <a:ea typeface="+mn-lt"/>
                <a:cs typeface="+mn-lt"/>
              </a:rPr>
              <a:t>-se </a:t>
            </a:r>
            <a:r>
              <a:rPr lang="en-US" dirty="0" err="1">
                <a:ea typeface="+mn-lt"/>
                <a:cs typeface="+mn-lt"/>
              </a:rPr>
              <a:t>em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arquiteturas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referência</a:t>
            </a:r>
            <a:r>
              <a:rPr lang="en-US" dirty="0">
                <a:ea typeface="+mn-lt"/>
                <a:cs typeface="+mn-lt"/>
              </a:rPr>
              <a:t> que </a:t>
            </a:r>
            <a:r>
              <a:rPr lang="en-US" dirty="0" err="1">
                <a:ea typeface="+mn-lt"/>
                <a:cs typeface="+mn-lt"/>
              </a:rPr>
              <a:t>já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incorporam</a:t>
            </a:r>
            <a:r>
              <a:rPr lang="en-US" dirty="0">
                <a:ea typeface="+mn-lt"/>
                <a:cs typeface="+mn-lt"/>
              </a:rPr>
              <a:t> boas </a:t>
            </a:r>
            <a:r>
              <a:rPr lang="en-US" dirty="0" err="1">
                <a:ea typeface="+mn-lt"/>
                <a:cs typeface="+mn-lt"/>
              </a:rPr>
              <a:t>práticas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segurança</a:t>
            </a:r>
            <a:r>
              <a:rPr lang="en-US" dirty="0">
                <a:ea typeface="+mn-lt"/>
                <a:cs typeface="+mn-lt"/>
              </a:rPr>
              <a:t>.</a:t>
            </a:r>
          </a:p>
          <a:p>
            <a:endParaRPr lang="en-US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5455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83D09-2DA3-96E3-C873-8563FDFCD5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A05:2021 Security Misconfiguration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CE2CF9-3F07-7CE3-939B-D5112CB9A9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A </a:t>
            </a:r>
            <a:r>
              <a:rPr lang="en-US" dirty="0" err="1">
                <a:ea typeface="+mn-lt"/>
                <a:cs typeface="+mn-lt"/>
              </a:rPr>
              <a:t>configuração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segurança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inadequada</a:t>
            </a:r>
            <a:r>
              <a:rPr lang="en-US" dirty="0">
                <a:ea typeface="+mn-lt"/>
                <a:cs typeface="+mn-lt"/>
              </a:rPr>
              <a:t> é a causa </a:t>
            </a:r>
            <a:r>
              <a:rPr lang="en-US" dirty="0" err="1">
                <a:ea typeface="+mn-lt"/>
                <a:cs typeface="+mn-lt"/>
              </a:rPr>
              <a:t>mais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comum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falhas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segurança</a:t>
            </a:r>
            <a:r>
              <a:rPr lang="en-US" dirty="0">
                <a:ea typeface="+mn-lt"/>
                <a:cs typeface="+mn-lt"/>
              </a:rPr>
              <a:t>. Isso </a:t>
            </a:r>
            <a:r>
              <a:rPr lang="en-US" dirty="0" err="1">
                <a:ea typeface="+mn-lt"/>
                <a:cs typeface="+mn-lt"/>
              </a:rPr>
              <a:t>geralmente</a:t>
            </a:r>
            <a:r>
              <a:rPr lang="en-US" dirty="0">
                <a:ea typeface="+mn-lt"/>
                <a:cs typeface="+mn-lt"/>
              </a:rPr>
              <a:t> é o </a:t>
            </a:r>
            <a:r>
              <a:rPr lang="en-US" dirty="0" err="1">
                <a:ea typeface="+mn-lt"/>
                <a:cs typeface="+mn-lt"/>
              </a:rPr>
              <a:t>resultado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configurações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padrão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inseguras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configurações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incompletas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ou</a:t>
            </a:r>
            <a:r>
              <a:rPr lang="en-US" dirty="0">
                <a:ea typeface="+mn-lt"/>
                <a:cs typeface="+mn-lt"/>
              </a:rPr>
              <a:t> ad hoc, </a:t>
            </a:r>
            <a:r>
              <a:rPr lang="en-US" dirty="0" err="1">
                <a:ea typeface="+mn-lt"/>
                <a:cs typeface="+mn-lt"/>
              </a:rPr>
              <a:t>ou</a:t>
            </a:r>
            <a:r>
              <a:rPr lang="en-US" dirty="0">
                <a:ea typeface="+mn-lt"/>
                <a:cs typeface="+mn-lt"/>
              </a:rPr>
              <a:t> buckets de </a:t>
            </a:r>
            <a:r>
              <a:rPr lang="en-US" dirty="0" err="1">
                <a:ea typeface="+mn-lt"/>
                <a:cs typeface="+mn-lt"/>
              </a:rPr>
              <a:t>armazenamento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nuvem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abertos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31950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F95A2-A57A-80A6-979B-4A667B4D2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B4A55E-1799-E280-F4DB-01AFB54D7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A05 – </a:t>
            </a:r>
            <a:r>
              <a:rPr lang="en-US" dirty="0" err="1">
                <a:ea typeface="+mj-lt"/>
                <a:cs typeface="+mj-lt"/>
              </a:rPr>
              <a:t>Exemplo</a:t>
            </a:r>
            <a:r>
              <a:rPr lang="en-US" dirty="0">
                <a:ea typeface="+mj-lt"/>
                <a:cs typeface="+mj-lt"/>
              </a:rPr>
              <a:t> (</a:t>
            </a:r>
            <a:r>
              <a:rPr lang="en-US" dirty="0" err="1">
                <a:ea typeface="+mj-lt"/>
                <a:cs typeface="+mj-lt"/>
              </a:rPr>
              <a:t>Cenario</a:t>
            </a:r>
            <a:r>
              <a:rPr lang="en-US" dirty="0">
                <a:ea typeface="+mj-lt"/>
                <a:cs typeface="+mj-lt"/>
              </a:rPr>
              <a:t>)</a:t>
            </a:r>
            <a:endParaRPr lang="en-US" dirty="0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642CA6-E855-4F55-336C-2C5C082F44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Uma </a:t>
            </a:r>
            <a:r>
              <a:rPr lang="en-US" dirty="0" err="1"/>
              <a:t>empresa</a:t>
            </a:r>
            <a:r>
              <a:rPr lang="en-US" dirty="0"/>
              <a:t> </a:t>
            </a:r>
            <a:r>
              <a:rPr lang="en-US" dirty="0" err="1"/>
              <a:t>utiliza</a:t>
            </a:r>
            <a:r>
              <a:rPr lang="en-US" dirty="0"/>
              <a:t> </a:t>
            </a:r>
            <a:r>
              <a:rPr lang="en-US" dirty="0" err="1"/>
              <a:t>configuracoes</a:t>
            </a:r>
            <a:r>
              <a:rPr lang="en-US" dirty="0"/>
              <a:t>/</a:t>
            </a:r>
            <a:r>
              <a:rPr lang="en-US" dirty="0" err="1"/>
              <a:t>credenciais</a:t>
            </a:r>
            <a:r>
              <a:rPr lang="en-US" dirty="0"/>
              <a:t> </a:t>
            </a:r>
            <a:r>
              <a:rPr lang="en-US" dirty="0" err="1"/>
              <a:t>padrao</a:t>
            </a:r>
            <a:r>
              <a:rPr lang="en-US" dirty="0"/>
              <a:t> de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aplicacao</a:t>
            </a:r>
            <a:r>
              <a:rPr lang="en-US" dirty="0"/>
              <a:t> (</a:t>
            </a:r>
            <a:r>
              <a:rPr lang="en-US" dirty="0" err="1"/>
              <a:t>exemplo</a:t>
            </a:r>
            <a:r>
              <a:rPr lang="en-US" dirty="0"/>
              <a:t>: Login – admin, Senha - Admin)</a:t>
            </a:r>
          </a:p>
          <a:p>
            <a:r>
              <a:rPr lang="en-US" dirty="0"/>
              <a:t>O </a:t>
            </a:r>
            <a:r>
              <a:rPr lang="en-US" dirty="0" err="1"/>
              <a:t>servidor</a:t>
            </a:r>
            <a:r>
              <a:rPr lang="en-US" dirty="0"/>
              <a:t> </a:t>
            </a:r>
            <a:r>
              <a:rPr lang="en-US" dirty="0" err="1"/>
              <a:t>apache</a:t>
            </a:r>
            <a:r>
              <a:rPr lang="en-US" dirty="0"/>
              <a:t> </a:t>
            </a:r>
            <a:r>
              <a:rPr lang="en-US" dirty="0" err="1"/>
              <a:t>esta</a:t>
            </a:r>
            <a:r>
              <a:rPr lang="en-US" dirty="0"/>
              <a:t> </a:t>
            </a:r>
            <a:r>
              <a:rPr lang="en-US" dirty="0" err="1"/>
              <a:t>configurado</a:t>
            </a:r>
            <a:r>
              <a:rPr lang="en-US" dirty="0"/>
              <a:t> de </a:t>
            </a:r>
            <a:r>
              <a:rPr lang="en-US" dirty="0" err="1"/>
              <a:t>maneiroa</a:t>
            </a:r>
            <a:r>
              <a:rPr lang="en-US" dirty="0"/>
              <a:t> </a:t>
            </a:r>
            <a:r>
              <a:rPr lang="en-US" dirty="0" err="1"/>
              <a:t>padrao</a:t>
            </a:r>
            <a:r>
              <a:rPr lang="en-US" dirty="0"/>
              <a:t>, </a:t>
            </a:r>
            <a:r>
              <a:rPr lang="en-US" dirty="0" err="1"/>
              <a:t>possibilitando</a:t>
            </a:r>
            <a:r>
              <a:rPr lang="en-US" dirty="0"/>
              <a:t> a </a:t>
            </a:r>
            <a:r>
              <a:rPr lang="en-US" dirty="0" err="1"/>
              <a:t>listagem</a:t>
            </a:r>
            <a:r>
              <a:rPr lang="en-US" dirty="0"/>
              <a:t> de </a:t>
            </a:r>
            <a:r>
              <a:rPr lang="en-US" dirty="0" err="1"/>
              <a:t>diretorios</a:t>
            </a:r>
          </a:p>
        </p:txBody>
      </p:sp>
    </p:spTree>
    <p:extLst>
      <p:ext uri="{BB962C8B-B14F-4D97-AF65-F5344CB8AC3E}">
        <p14:creationId xmlns:p14="http://schemas.microsoft.com/office/powerpoint/2010/main" val="21967247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EBCB8-36CA-AA10-8156-4DA5FA4D5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5D478-9CBA-BB2E-DA5C-A4AE7A928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A05 – </a:t>
            </a:r>
            <a:r>
              <a:rPr lang="en-US" dirty="0" err="1">
                <a:ea typeface="+mj-lt"/>
                <a:cs typeface="+mj-lt"/>
              </a:rPr>
              <a:t>Exemplo</a:t>
            </a:r>
            <a:r>
              <a:rPr lang="en-US" dirty="0">
                <a:ea typeface="+mj-lt"/>
                <a:cs typeface="+mj-lt"/>
              </a:rPr>
              <a:t> (</a:t>
            </a:r>
            <a:r>
              <a:rPr lang="en-US" dirty="0" err="1">
                <a:ea typeface="+mj-lt"/>
                <a:cs typeface="+mj-lt"/>
              </a:rPr>
              <a:t>Cenario</a:t>
            </a:r>
            <a:r>
              <a:rPr lang="en-US" dirty="0">
                <a:ea typeface="+mj-lt"/>
                <a:cs typeface="+mj-lt"/>
              </a:rPr>
              <a:t>)</a:t>
            </a:r>
            <a:endParaRPr lang="en-US" dirty="0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619AF-F2F6-4274-FA9A-724892E358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 err="1"/>
              <a:t>Solucao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 err="1"/>
              <a:t>Possuir</a:t>
            </a:r>
            <a:r>
              <a:rPr lang="en-US" dirty="0"/>
              <a:t> um </a:t>
            </a:r>
            <a:r>
              <a:rPr lang="en-US" dirty="0" err="1"/>
              <a:t>processo</a:t>
            </a:r>
            <a:r>
              <a:rPr lang="en-US" dirty="0"/>
              <a:t> </a:t>
            </a:r>
            <a:r>
              <a:rPr lang="en-US" dirty="0" err="1"/>
              <a:t>bem</a:t>
            </a:r>
            <a:r>
              <a:rPr lang="en-US" dirty="0"/>
              <a:t> </a:t>
            </a:r>
            <a:r>
              <a:rPr lang="en-US" dirty="0" err="1"/>
              <a:t>definido</a:t>
            </a:r>
            <a:r>
              <a:rPr lang="en-US" dirty="0"/>
              <a:t> para </a:t>
            </a:r>
            <a:r>
              <a:rPr lang="en-US" dirty="0" err="1"/>
              <a:t>configuracao</a:t>
            </a:r>
            <a:r>
              <a:rPr lang="en-US" dirty="0"/>
              <a:t> das </a:t>
            </a:r>
            <a:r>
              <a:rPr lang="en-US" dirty="0" err="1"/>
              <a:t>diversas</a:t>
            </a:r>
            <a:r>
              <a:rPr lang="en-US" dirty="0"/>
              <a:t> </a:t>
            </a:r>
            <a:r>
              <a:rPr lang="en-US" dirty="0" err="1"/>
              <a:t>aplicacoes</a:t>
            </a:r>
          </a:p>
          <a:p>
            <a:r>
              <a:rPr lang="en-US" dirty="0" err="1"/>
              <a:t>Aplicar</a:t>
            </a:r>
            <a:r>
              <a:rPr lang="en-US" dirty="0"/>
              <a:t> </a:t>
            </a:r>
            <a:r>
              <a:rPr lang="en-US" dirty="0" err="1"/>
              <a:t>automatismos</a:t>
            </a:r>
            <a:r>
              <a:rPr lang="en-US" dirty="0"/>
              <a:t> para </a:t>
            </a:r>
            <a:r>
              <a:rPr lang="en-US" dirty="0" err="1"/>
              <a:t>verificacao</a:t>
            </a:r>
            <a:r>
              <a:rPr lang="en-US" dirty="0"/>
              <a:t> do </a:t>
            </a:r>
            <a:r>
              <a:rPr lang="en-US" i="1" dirty="0"/>
              <a:t>hardening</a:t>
            </a:r>
            <a:r>
              <a:rPr lang="en-US" dirty="0"/>
              <a:t> dos </a:t>
            </a:r>
            <a:r>
              <a:rPr lang="en-US" dirty="0" err="1"/>
              <a:t>ativos</a:t>
            </a:r>
          </a:p>
        </p:txBody>
      </p:sp>
    </p:spTree>
    <p:extLst>
      <p:ext uri="{BB962C8B-B14F-4D97-AF65-F5344CB8AC3E}">
        <p14:creationId xmlns:p14="http://schemas.microsoft.com/office/powerpoint/2010/main" val="10080823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E64C4-D55F-7182-E88F-2C227CB882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A06:2021 Vulnerable and Outdated Components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EF7178-F744-2E2B-1498-009D75FA6B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Componentes </a:t>
            </a:r>
            <a:r>
              <a:rPr lang="en-US" dirty="0" err="1">
                <a:ea typeface="+mn-lt"/>
                <a:cs typeface="+mn-lt"/>
              </a:rPr>
              <a:t>vulneráveis</a:t>
            </a:r>
            <a:r>
              <a:rPr lang="en-US" dirty="0">
                <a:ea typeface="+mn-lt"/>
                <a:cs typeface="+mn-lt"/>
              </a:rPr>
              <a:t> e </a:t>
            </a:r>
            <a:r>
              <a:rPr lang="en-US" dirty="0" err="1">
                <a:ea typeface="+mn-lt"/>
                <a:cs typeface="+mn-lt"/>
              </a:rPr>
              <a:t>desatualizados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incluem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bibliotecas</a:t>
            </a:r>
            <a:r>
              <a:rPr lang="en-US" dirty="0">
                <a:ea typeface="+mn-lt"/>
                <a:cs typeface="+mn-lt"/>
              </a:rPr>
              <a:t>, frameworks e outros </a:t>
            </a:r>
            <a:r>
              <a:rPr lang="en-US" dirty="0" err="1">
                <a:ea typeface="+mn-lt"/>
                <a:cs typeface="+mn-lt"/>
              </a:rPr>
              <a:t>módulos</a:t>
            </a:r>
            <a:r>
              <a:rPr lang="en-US" dirty="0">
                <a:ea typeface="+mn-lt"/>
                <a:cs typeface="+mn-lt"/>
              </a:rPr>
              <a:t> de software que </a:t>
            </a:r>
            <a:r>
              <a:rPr lang="en-US" dirty="0" err="1">
                <a:ea typeface="+mn-lt"/>
                <a:cs typeface="+mn-lt"/>
              </a:rPr>
              <a:t>têm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vulnerabilidades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conhecidas</a:t>
            </a:r>
            <a:r>
              <a:rPr lang="en-US" dirty="0">
                <a:ea typeface="+mn-lt"/>
                <a:cs typeface="+mn-lt"/>
              </a:rPr>
              <a:t>. A </a:t>
            </a:r>
            <a:r>
              <a:rPr lang="en-US" dirty="0" err="1">
                <a:ea typeface="+mn-lt"/>
                <a:cs typeface="+mn-lt"/>
              </a:rPr>
              <a:t>exploração</a:t>
            </a:r>
            <a:r>
              <a:rPr lang="en-US" dirty="0">
                <a:ea typeface="+mn-lt"/>
                <a:cs typeface="+mn-lt"/>
              </a:rPr>
              <a:t> de tais </a:t>
            </a:r>
            <a:r>
              <a:rPr lang="en-US" dirty="0" err="1">
                <a:ea typeface="+mn-lt"/>
                <a:cs typeface="+mn-lt"/>
              </a:rPr>
              <a:t>vulnerabilidades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pode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resultar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perda</a:t>
            </a:r>
            <a:r>
              <a:rPr lang="en-US" dirty="0">
                <a:ea typeface="+mn-lt"/>
                <a:cs typeface="+mn-lt"/>
              </a:rPr>
              <a:t> de dados, </a:t>
            </a:r>
            <a:r>
              <a:rPr lang="en-US" dirty="0" err="1">
                <a:ea typeface="+mn-lt"/>
                <a:cs typeface="+mn-lt"/>
              </a:rPr>
              <a:t>comprometimento</a:t>
            </a:r>
            <a:r>
              <a:rPr lang="en-US" dirty="0">
                <a:ea typeface="+mn-lt"/>
                <a:cs typeface="+mn-lt"/>
              </a:rPr>
              <a:t> do </a:t>
            </a:r>
            <a:r>
              <a:rPr lang="en-US" dirty="0" err="1">
                <a:ea typeface="+mn-lt"/>
                <a:cs typeface="+mn-lt"/>
              </a:rPr>
              <a:t>servidor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até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mesmo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controle</a:t>
            </a:r>
            <a:r>
              <a:rPr lang="en-US" dirty="0">
                <a:ea typeface="+mn-lt"/>
                <a:cs typeface="+mn-lt"/>
              </a:rPr>
              <a:t> total do </a:t>
            </a:r>
            <a:r>
              <a:rPr lang="en-US" dirty="0" err="1">
                <a:ea typeface="+mn-lt"/>
                <a:cs typeface="+mn-lt"/>
              </a:rPr>
              <a:t>sistema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81914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6CFE8-98FA-C567-1692-61BCCF4FB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24659-B94C-EE83-8419-5947FFCEB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A06:2021 Vulnerable and Outdated Components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285A82-6D88-10DB-C377-20AFC648C6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Componentes </a:t>
            </a:r>
            <a:r>
              <a:rPr lang="en-US" dirty="0" err="1">
                <a:ea typeface="+mn-lt"/>
                <a:cs typeface="+mn-lt"/>
              </a:rPr>
              <a:t>vulneráveis</a:t>
            </a:r>
            <a:r>
              <a:rPr lang="en-US" dirty="0">
                <a:ea typeface="+mn-lt"/>
                <a:cs typeface="+mn-lt"/>
              </a:rPr>
              <a:t> e </a:t>
            </a:r>
            <a:r>
              <a:rPr lang="en-US" dirty="0" err="1">
                <a:ea typeface="+mn-lt"/>
                <a:cs typeface="+mn-lt"/>
              </a:rPr>
              <a:t>desatualizados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incluem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bibliotecas</a:t>
            </a:r>
            <a:r>
              <a:rPr lang="en-US" dirty="0">
                <a:ea typeface="+mn-lt"/>
                <a:cs typeface="+mn-lt"/>
              </a:rPr>
              <a:t>, frameworks e outros </a:t>
            </a:r>
            <a:r>
              <a:rPr lang="en-US" dirty="0" err="1">
                <a:ea typeface="+mn-lt"/>
                <a:cs typeface="+mn-lt"/>
              </a:rPr>
              <a:t>módulos</a:t>
            </a:r>
            <a:r>
              <a:rPr lang="en-US" dirty="0">
                <a:ea typeface="+mn-lt"/>
                <a:cs typeface="+mn-lt"/>
              </a:rPr>
              <a:t> de software que </a:t>
            </a:r>
            <a:r>
              <a:rPr lang="en-US" dirty="0" err="1">
                <a:ea typeface="+mn-lt"/>
                <a:cs typeface="+mn-lt"/>
              </a:rPr>
              <a:t>têm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vulnerabilidades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conhecidas</a:t>
            </a:r>
            <a:r>
              <a:rPr lang="en-US" dirty="0">
                <a:ea typeface="+mn-lt"/>
                <a:cs typeface="+mn-lt"/>
              </a:rPr>
              <a:t>. A </a:t>
            </a:r>
            <a:r>
              <a:rPr lang="en-US" dirty="0" err="1">
                <a:ea typeface="+mn-lt"/>
                <a:cs typeface="+mn-lt"/>
              </a:rPr>
              <a:t>exploração</a:t>
            </a:r>
            <a:r>
              <a:rPr lang="en-US" dirty="0">
                <a:ea typeface="+mn-lt"/>
                <a:cs typeface="+mn-lt"/>
              </a:rPr>
              <a:t> de tais </a:t>
            </a:r>
            <a:r>
              <a:rPr lang="en-US" dirty="0" err="1">
                <a:ea typeface="+mn-lt"/>
                <a:cs typeface="+mn-lt"/>
              </a:rPr>
              <a:t>vulnerabilidades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pode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resultar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perda</a:t>
            </a:r>
            <a:r>
              <a:rPr lang="en-US" dirty="0">
                <a:ea typeface="+mn-lt"/>
                <a:cs typeface="+mn-lt"/>
              </a:rPr>
              <a:t> de dados, </a:t>
            </a:r>
            <a:r>
              <a:rPr lang="en-US" dirty="0" err="1">
                <a:ea typeface="+mn-lt"/>
                <a:cs typeface="+mn-lt"/>
              </a:rPr>
              <a:t>comprometimento</a:t>
            </a:r>
            <a:r>
              <a:rPr lang="en-US" dirty="0">
                <a:ea typeface="+mn-lt"/>
                <a:cs typeface="+mn-lt"/>
              </a:rPr>
              <a:t> do </a:t>
            </a:r>
            <a:r>
              <a:rPr lang="en-US" dirty="0" err="1">
                <a:ea typeface="+mn-lt"/>
                <a:cs typeface="+mn-lt"/>
              </a:rPr>
              <a:t>servidor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até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mesmo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controle</a:t>
            </a:r>
            <a:r>
              <a:rPr lang="en-US" dirty="0">
                <a:ea typeface="+mn-lt"/>
                <a:cs typeface="+mn-lt"/>
              </a:rPr>
              <a:t> total do </a:t>
            </a:r>
            <a:r>
              <a:rPr lang="en-US" dirty="0" err="1">
                <a:ea typeface="+mn-lt"/>
                <a:cs typeface="+mn-lt"/>
              </a:rPr>
              <a:t>sistema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89504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68BD7-00C0-3A44-25F0-05F70B0EA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11B85-4D5C-9A0F-1912-973305360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A06 – </a:t>
            </a:r>
            <a:r>
              <a:rPr lang="en-US" dirty="0" err="1">
                <a:ea typeface="+mj-lt"/>
                <a:cs typeface="+mj-lt"/>
              </a:rPr>
              <a:t>Exemplo</a:t>
            </a:r>
            <a:r>
              <a:rPr lang="en-US" dirty="0">
                <a:ea typeface="+mj-lt"/>
                <a:cs typeface="+mj-lt"/>
              </a:rPr>
              <a:t>(</a:t>
            </a:r>
            <a:r>
              <a:rPr lang="en-US" dirty="0" err="1">
                <a:ea typeface="+mj-lt"/>
                <a:cs typeface="+mj-lt"/>
              </a:rPr>
              <a:t>Cenario</a:t>
            </a:r>
            <a:r>
              <a:rPr lang="en-US" dirty="0">
                <a:ea typeface="+mj-lt"/>
                <a:cs typeface="+mj-lt"/>
              </a:rPr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1CA849-2544-3D3A-747E-2521097B1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Um </a:t>
            </a:r>
            <a:r>
              <a:rPr lang="en-US" dirty="0" err="1">
                <a:ea typeface="+mn-lt"/>
                <a:cs typeface="+mn-lt"/>
              </a:rPr>
              <a:t>aplicativo</a:t>
            </a:r>
            <a:r>
              <a:rPr lang="en-US" dirty="0">
                <a:ea typeface="+mn-lt"/>
                <a:cs typeface="+mn-lt"/>
              </a:rPr>
              <a:t> Node.js </a:t>
            </a:r>
            <a:r>
              <a:rPr lang="en-US" dirty="0" err="1">
                <a:ea typeface="+mn-lt"/>
                <a:cs typeface="+mn-lt"/>
              </a:rPr>
              <a:t>usa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uma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versão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antiga</a:t>
            </a:r>
            <a:r>
              <a:rPr lang="en-US" dirty="0">
                <a:ea typeface="+mn-lt"/>
                <a:cs typeface="+mn-lt"/>
              </a:rPr>
              <a:t> da </a:t>
            </a:r>
            <a:r>
              <a:rPr lang="en-US" dirty="0" err="1">
                <a:ea typeface="+mn-lt"/>
                <a:cs typeface="+mn-lt"/>
              </a:rPr>
              <a:t>biblioteca</a:t>
            </a:r>
            <a:r>
              <a:rPr lang="en-US" dirty="0">
                <a:ea typeface="+mn-lt"/>
                <a:cs typeface="+mn-lt"/>
              </a:rPr>
              <a:t> express </a:t>
            </a:r>
            <a:r>
              <a:rPr lang="en-US" dirty="0" err="1">
                <a:ea typeface="+mn-lt"/>
                <a:cs typeface="+mn-lt"/>
              </a:rPr>
              <a:t>ou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lodash</a:t>
            </a:r>
            <a:r>
              <a:rPr lang="en-US" dirty="0">
                <a:ea typeface="+mn-lt"/>
                <a:cs typeface="+mn-lt"/>
              </a:rPr>
              <a:t> que </a:t>
            </a:r>
            <a:r>
              <a:rPr lang="en-US" dirty="0" err="1">
                <a:ea typeface="+mn-lt"/>
                <a:cs typeface="+mn-lt"/>
              </a:rPr>
              <a:t>contém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uma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vulnerabilidade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negação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serviço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ou</a:t>
            </a:r>
            <a:r>
              <a:rPr lang="en-US" dirty="0">
                <a:ea typeface="+mn-lt"/>
                <a:cs typeface="+mn-lt"/>
              </a:rPr>
              <a:t> XSS.</a:t>
            </a:r>
          </a:p>
          <a:p>
            <a:pPr marL="0" indent="0">
              <a:buNone/>
            </a:pPr>
            <a:endParaRPr lang="en-US" dirty="0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dirty="0" err="1">
                <a:ea typeface="+mn-lt"/>
                <a:cs typeface="+mn-lt"/>
              </a:rPr>
              <a:t>Problema</a:t>
            </a:r>
            <a:r>
              <a:rPr lang="en-US" dirty="0">
                <a:ea typeface="+mn-lt"/>
                <a:cs typeface="+mn-lt"/>
              </a:rPr>
              <a:t>: </a:t>
            </a:r>
            <a:r>
              <a:rPr lang="en-US" dirty="0" err="1">
                <a:ea typeface="+mn-lt"/>
                <a:cs typeface="+mn-lt"/>
              </a:rPr>
              <a:t>Desenvolvedores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podem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não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estar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cientes</a:t>
            </a:r>
            <a:r>
              <a:rPr lang="en-US" dirty="0">
                <a:ea typeface="+mn-lt"/>
                <a:cs typeface="+mn-lt"/>
              </a:rPr>
              <a:t> das </a:t>
            </a:r>
            <a:r>
              <a:rPr lang="en-US" dirty="0" err="1">
                <a:ea typeface="+mn-lt"/>
                <a:cs typeface="+mn-lt"/>
              </a:rPr>
              <a:t>vulnerabilidades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componentes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terceiros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ou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podem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não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priorizar</a:t>
            </a:r>
            <a:r>
              <a:rPr lang="en-US" dirty="0">
                <a:ea typeface="+mn-lt"/>
                <a:cs typeface="+mn-lt"/>
              </a:rPr>
              <a:t> a </a:t>
            </a:r>
            <a:r>
              <a:rPr lang="en-US" dirty="0" err="1">
                <a:ea typeface="+mn-lt"/>
                <a:cs typeface="+mn-lt"/>
              </a:rPr>
              <a:t>atualização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desses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componentes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deixando</a:t>
            </a:r>
            <a:r>
              <a:rPr lang="en-US" dirty="0">
                <a:ea typeface="+mn-lt"/>
                <a:cs typeface="+mn-lt"/>
              </a:rPr>
              <a:t> a </a:t>
            </a:r>
            <a:r>
              <a:rPr lang="en-US" dirty="0" err="1">
                <a:ea typeface="+mn-lt"/>
                <a:cs typeface="+mn-lt"/>
              </a:rPr>
              <a:t>aplicação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exposta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65315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9A058-66B7-5AB8-F496-8D65A24AB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0DED6D-59AD-6AE7-1C24-55A62D78C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A06 – </a:t>
            </a:r>
            <a:r>
              <a:rPr lang="en-US" dirty="0" err="1">
                <a:ea typeface="+mj-lt"/>
                <a:cs typeface="+mj-lt"/>
              </a:rPr>
              <a:t>Exemplo</a:t>
            </a:r>
            <a:r>
              <a:rPr lang="en-US" dirty="0">
                <a:ea typeface="+mj-lt"/>
                <a:cs typeface="+mj-lt"/>
              </a:rPr>
              <a:t>(</a:t>
            </a:r>
            <a:r>
              <a:rPr lang="en-US" dirty="0" err="1">
                <a:ea typeface="+mj-lt"/>
                <a:cs typeface="+mj-lt"/>
              </a:rPr>
              <a:t>Cenario</a:t>
            </a:r>
            <a:r>
              <a:rPr lang="en-US" dirty="0">
                <a:ea typeface="+mj-lt"/>
                <a:cs typeface="+mj-lt"/>
              </a:rPr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AB3661-3C10-F73A-0B58-CE5832EDEC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 err="1">
                <a:ea typeface="+mn-lt"/>
                <a:cs typeface="+mn-lt"/>
              </a:rPr>
              <a:t>Solucoes</a:t>
            </a:r>
          </a:p>
          <a:p>
            <a:r>
              <a:rPr lang="en-US" dirty="0" err="1">
                <a:ea typeface="+mn-lt"/>
                <a:cs typeface="+mn-lt"/>
              </a:rPr>
              <a:t>Inventário</a:t>
            </a:r>
            <a:r>
              <a:rPr lang="en-US" dirty="0">
                <a:ea typeface="+mn-lt"/>
                <a:cs typeface="+mn-lt"/>
              </a:rPr>
              <a:t> de Componentes: Manter um </a:t>
            </a:r>
            <a:r>
              <a:rPr lang="en-US" dirty="0" err="1">
                <a:ea typeface="+mn-lt"/>
                <a:cs typeface="+mn-lt"/>
              </a:rPr>
              <a:t>inventário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atualizado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todos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componentes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terceiros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usados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aplicação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incluindo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suas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versões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endParaRPr lang="en-US"/>
          </a:p>
          <a:p>
            <a:r>
              <a:rPr lang="en-US" dirty="0" err="1">
                <a:ea typeface="+mn-lt"/>
                <a:cs typeface="+mn-lt"/>
              </a:rPr>
              <a:t>Monitoramento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Vulnerabilidades</a:t>
            </a:r>
            <a:r>
              <a:rPr lang="en-US" dirty="0">
                <a:ea typeface="+mn-lt"/>
                <a:cs typeface="+mn-lt"/>
              </a:rPr>
              <a:t>: </a:t>
            </a:r>
            <a:r>
              <a:rPr lang="en-US" dirty="0" err="1">
                <a:ea typeface="+mn-lt"/>
                <a:cs typeface="+mn-lt"/>
              </a:rPr>
              <a:t>Utilizar</a:t>
            </a:r>
            <a:r>
              <a:rPr lang="en-US" dirty="0">
                <a:ea typeface="+mn-lt"/>
                <a:cs typeface="+mn-lt"/>
              </a:rPr>
              <a:t> ferramentas de </a:t>
            </a:r>
            <a:r>
              <a:rPr lang="en-US" dirty="0" err="1">
                <a:ea typeface="+mn-lt"/>
                <a:cs typeface="+mn-lt"/>
              </a:rPr>
              <a:t>Análise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Composição</a:t>
            </a:r>
            <a:r>
              <a:rPr lang="en-US" dirty="0">
                <a:ea typeface="+mn-lt"/>
                <a:cs typeface="+mn-lt"/>
              </a:rPr>
              <a:t> de Software (SCA) para </a:t>
            </a:r>
            <a:r>
              <a:rPr lang="en-US" dirty="0" err="1">
                <a:ea typeface="+mn-lt"/>
                <a:cs typeface="+mn-lt"/>
              </a:rPr>
              <a:t>monitorar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continuamente</a:t>
            </a:r>
            <a:r>
              <a:rPr lang="en-US" dirty="0">
                <a:ea typeface="+mn-lt"/>
                <a:cs typeface="+mn-lt"/>
              </a:rPr>
              <a:t> as </a:t>
            </a:r>
            <a:r>
              <a:rPr lang="en-US" dirty="0" err="1">
                <a:ea typeface="+mn-lt"/>
                <a:cs typeface="+mn-lt"/>
              </a:rPr>
              <a:t>dependências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busca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vulnerabilidades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conhecidas</a:t>
            </a:r>
            <a:r>
              <a:rPr lang="en-US" dirty="0">
                <a:ea typeface="+mn-lt"/>
                <a:cs typeface="+mn-lt"/>
              </a:rPr>
              <a:t> (ex: </a:t>
            </a:r>
            <a:r>
              <a:rPr lang="en-US" dirty="0" err="1">
                <a:ea typeface="+mn-lt"/>
                <a:cs typeface="+mn-lt"/>
              </a:rPr>
              <a:t>npm</a:t>
            </a:r>
            <a:r>
              <a:rPr lang="en-US" dirty="0">
                <a:ea typeface="+mn-lt"/>
                <a:cs typeface="+mn-lt"/>
              </a:rPr>
              <a:t> audit para Node.js, pip-audit para Python, ferramentas SonarQube, </a:t>
            </a:r>
            <a:r>
              <a:rPr lang="en-US" dirty="0" err="1">
                <a:ea typeface="+mn-lt"/>
                <a:cs typeface="+mn-lt"/>
              </a:rPr>
              <a:t>Snyk</a:t>
            </a:r>
            <a:r>
              <a:rPr lang="en-US" dirty="0">
                <a:ea typeface="+mn-lt"/>
                <a:cs typeface="+mn-lt"/>
              </a:rPr>
              <a:t>).</a:t>
            </a:r>
            <a:endParaRPr lang="en-US" dirty="0"/>
          </a:p>
          <a:p>
            <a:endParaRPr lang="en-US"/>
          </a:p>
          <a:p>
            <a:r>
              <a:rPr lang="en-US" dirty="0" err="1">
                <a:ea typeface="+mn-lt"/>
                <a:cs typeface="+mn-lt"/>
              </a:rPr>
              <a:t>Atualização</a:t>
            </a:r>
            <a:r>
              <a:rPr lang="en-US" dirty="0">
                <a:ea typeface="+mn-lt"/>
                <a:cs typeface="+mn-lt"/>
              </a:rPr>
              <a:t> Regular: </a:t>
            </a:r>
            <a:r>
              <a:rPr lang="en-US" dirty="0" err="1">
                <a:ea typeface="+mn-lt"/>
                <a:cs typeface="+mn-lt"/>
              </a:rPr>
              <a:t>Priorizar</a:t>
            </a:r>
            <a:r>
              <a:rPr lang="en-US" dirty="0">
                <a:ea typeface="+mn-lt"/>
                <a:cs typeface="+mn-lt"/>
              </a:rPr>
              <a:t> a </a:t>
            </a:r>
            <a:r>
              <a:rPr lang="en-US" dirty="0" err="1">
                <a:ea typeface="+mn-lt"/>
                <a:cs typeface="+mn-lt"/>
              </a:rPr>
              <a:t>atualização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componentes</a:t>
            </a:r>
            <a:r>
              <a:rPr lang="en-US" dirty="0">
                <a:ea typeface="+mn-lt"/>
                <a:cs typeface="+mn-lt"/>
              </a:rPr>
              <a:t> para </a:t>
            </a:r>
            <a:r>
              <a:rPr lang="en-US" dirty="0" err="1">
                <a:ea typeface="+mn-lt"/>
                <a:cs typeface="+mn-lt"/>
              </a:rPr>
              <a:t>suas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versões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mais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recentes</a:t>
            </a:r>
            <a:r>
              <a:rPr lang="en-US" dirty="0">
                <a:ea typeface="+mn-lt"/>
                <a:cs typeface="+mn-lt"/>
              </a:rPr>
              <a:t> e </a:t>
            </a:r>
            <a:r>
              <a:rPr lang="en-US" dirty="0" err="1">
                <a:ea typeface="+mn-lt"/>
                <a:cs typeface="+mn-lt"/>
              </a:rPr>
              <a:t>seguras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endParaRPr lang="en-US"/>
          </a:p>
          <a:p>
            <a:r>
              <a:rPr lang="en-US" dirty="0" err="1">
                <a:ea typeface="+mn-lt"/>
                <a:cs typeface="+mn-lt"/>
              </a:rPr>
              <a:t>Remoção</a:t>
            </a:r>
            <a:r>
              <a:rPr lang="en-US" dirty="0">
                <a:ea typeface="+mn-lt"/>
                <a:cs typeface="+mn-lt"/>
              </a:rPr>
              <a:t> de Componentes </a:t>
            </a:r>
            <a:r>
              <a:rPr lang="en-US" dirty="0" err="1">
                <a:ea typeface="+mn-lt"/>
                <a:cs typeface="+mn-lt"/>
              </a:rPr>
              <a:t>Não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Usados</a:t>
            </a:r>
            <a:r>
              <a:rPr lang="en-US" dirty="0">
                <a:ea typeface="+mn-lt"/>
                <a:cs typeface="+mn-lt"/>
              </a:rPr>
              <a:t>: Remover </a:t>
            </a:r>
            <a:r>
              <a:rPr lang="en-US" dirty="0" err="1">
                <a:ea typeface="+mn-lt"/>
                <a:cs typeface="+mn-lt"/>
              </a:rPr>
              <a:t>dependências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desnecessárias</a:t>
            </a:r>
            <a:r>
              <a:rPr lang="en-US" dirty="0">
                <a:ea typeface="+mn-lt"/>
                <a:cs typeface="+mn-lt"/>
              </a:rPr>
              <a:t> para </a:t>
            </a:r>
            <a:r>
              <a:rPr lang="en-US" dirty="0" err="1">
                <a:ea typeface="+mn-lt"/>
                <a:cs typeface="+mn-lt"/>
              </a:rPr>
              <a:t>reduzir</a:t>
            </a:r>
            <a:r>
              <a:rPr lang="en-US" dirty="0">
                <a:ea typeface="+mn-lt"/>
                <a:cs typeface="+mn-lt"/>
              </a:rPr>
              <a:t> a </a:t>
            </a:r>
            <a:r>
              <a:rPr lang="en-US" dirty="0" err="1">
                <a:ea typeface="+mn-lt"/>
                <a:cs typeface="+mn-lt"/>
              </a:rPr>
              <a:t>superfície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ataque</a:t>
            </a:r>
            <a:r>
              <a:rPr lang="en-US" dirty="0">
                <a:ea typeface="+mn-lt"/>
                <a:cs typeface="+mn-l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883330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3ABDC4-61C3-231D-10D6-501C3F8B1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A07:2021 Identification and Authentication Failures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B558A-C471-AA23-668F-258C19A065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>
                <a:ea typeface="+mn-lt"/>
                <a:cs typeface="+mn-lt"/>
              </a:rPr>
              <a:t>Falhas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identificação</a:t>
            </a:r>
            <a:r>
              <a:rPr lang="en-US" dirty="0">
                <a:ea typeface="+mn-lt"/>
                <a:cs typeface="+mn-lt"/>
              </a:rPr>
              <a:t> e </a:t>
            </a:r>
            <a:r>
              <a:rPr lang="en-US" dirty="0" err="1">
                <a:ea typeface="+mn-lt"/>
                <a:cs typeface="+mn-lt"/>
              </a:rPr>
              <a:t>autenticação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são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bastante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comuns</a:t>
            </a:r>
            <a:r>
              <a:rPr lang="en-US" dirty="0">
                <a:ea typeface="+mn-lt"/>
                <a:cs typeface="+mn-lt"/>
              </a:rPr>
              <a:t> e </a:t>
            </a:r>
            <a:r>
              <a:rPr lang="en-US" dirty="0" err="1">
                <a:ea typeface="+mn-lt"/>
                <a:cs typeface="+mn-lt"/>
              </a:rPr>
              <a:t>ocorrem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quando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aplicativos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gerenciam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incorretamente</a:t>
            </a:r>
            <a:r>
              <a:rPr lang="en-US" dirty="0">
                <a:ea typeface="+mn-lt"/>
                <a:cs typeface="+mn-lt"/>
              </a:rPr>
              <a:t> as </a:t>
            </a:r>
            <a:r>
              <a:rPr lang="en-US" dirty="0" err="1">
                <a:ea typeface="+mn-lt"/>
                <a:cs typeface="+mn-lt"/>
              </a:rPr>
              <a:t>credenciais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autenticação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gerenciamento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sessão</a:t>
            </a:r>
            <a:r>
              <a:rPr lang="en-US" dirty="0">
                <a:ea typeface="+mn-lt"/>
                <a:cs typeface="+mn-lt"/>
              </a:rPr>
              <a:t>. Isso </a:t>
            </a:r>
            <a:r>
              <a:rPr lang="en-US" dirty="0" err="1">
                <a:ea typeface="+mn-lt"/>
                <a:cs typeface="+mn-lt"/>
              </a:rPr>
              <a:t>permite</a:t>
            </a:r>
            <a:r>
              <a:rPr lang="en-US" dirty="0">
                <a:ea typeface="+mn-lt"/>
                <a:cs typeface="+mn-lt"/>
              </a:rPr>
              <a:t> que </a:t>
            </a:r>
            <a:r>
              <a:rPr lang="en-US" dirty="0" err="1">
                <a:ea typeface="+mn-lt"/>
                <a:cs typeface="+mn-lt"/>
              </a:rPr>
              <a:t>os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invasores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comprometam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senhas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chaves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sessão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ou</a:t>
            </a:r>
            <a:r>
              <a:rPr lang="en-US" dirty="0">
                <a:ea typeface="+mn-lt"/>
                <a:cs typeface="+mn-lt"/>
              </a:rPr>
              <a:t> tokens de </a:t>
            </a:r>
            <a:r>
              <a:rPr lang="en-US" dirty="0" err="1">
                <a:ea typeface="+mn-lt"/>
                <a:cs typeface="+mn-lt"/>
              </a:rPr>
              <a:t>autenticação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2294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48819-6E17-A6E9-1512-29AEA1672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95331-A479-3A63-65A1-EF5046907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A07 - </a:t>
            </a:r>
            <a:r>
              <a:rPr lang="en-US" dirty="0" err="1">
                <a:ea typeface="+mj-lt"/>
                <a:cs typeface="+mj-lt"/>
              </a:rPr>
              <a:t>Exemplo</a:t>
            </a:r>
            <a:endParaRPr lang="en-US" dirty="0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8DA47F-5B84-8CA0-1FFD-421D3D69F3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Um </a:t>
            </a:r>
            <a:r>
              <a:rPr lang="en-US" dirty="0" err="1">
                <a:ea typeface="+mn-lt"/>
                <a:cs typeface="+mn-lt"/>
              </a:rPr>
              <a:t>aplicativo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não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invalida</a:t>
            </a:r>
            <a:r>
              <a:rPr lang="en-US" dirty="0">
                <a:ea typeface="+mn-lt"/>
                <a:cs typeface="+mn-lt"/>
              </a:rPr>
              <a:t> as </a:t>
            </a:r>
            <a:r>
              <a:rPr lang="en-US" dirty="0" err="1">
                <a:ea typeface="+mn-lt"/>
                <a:cs typeface="+mn-lt"/>
              </a:rPr>
              <a:t>sessões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usuário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após</a:t>
            </a:r>
            <a:r>
              <a:rPr lang="en-US" dirty="0">
                <a:ea typeface="+mn-lt"/>
                <a:cs typeface="+mn-lt"/>
              </a:rPr>
              <a:t> o logout, </a:t>
            </a:r>
            <a:r>
              <a:rPr lang="en-US" dirty="0" err="1">
                <a:ea typeface="+mn-lt"/>
                <a:cs typeface="+mn-lt"/>
              </a:rPr>
              <a:t>permitindo</a:t>
            </a:r>
            <a:r>
              <a:rPr lang="en-US" dirty="0">
                <a:ea typeface="+mn-lt"/>
                <a:cs typeface="+mn-lt"/>
              </a:rPr>
              <a:t> que um </a:t>
            </a:r>
            <a:r>
              <a:rPr lang="en-US" dirty="0" err="1">
                <a:ea typeface="+mn-lt"/>
                <a:cs typeface="+mn-lt"/>
              </a:rPr>
              <a:t>invasor</a:t>
            </a:r>
            <a:r>
              <a:rPr lang="en-US" dirty="0">
                <a:ea typeface="+mn-lt"/>
                <a:cs typeface="+mn-lt"/>
              </a:rPr>
              <a:t> use um token de </a:t>
            </a:r>
            <a:r>
              <a:rPr lang="en-US" dirty="0" err="1">
                <a:ea typeface="+mn-lt"/>
                <a:cs typeface="+mn-lt"/>
              </a:rPr>
              <a:t>sessão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antigo</a:t>
            </a:r>
            <a:r>
              <a:rPr lang="en-US" dirty="0">
                <a:ea typeface="+mn-lt"/>
                <a:cs typeface="+mn-lt"/>
              </a:rPr>
              <a:t> para </a:t>
            </a:r>
            <a:r>
              <a:rPr lang="en-US" dirty="0" err="1">
                <a:ea typeface="+mn-lt"/>
                <a:cs typeface="+mn-lt"/>
              </a:rPr>
              <a:t>acessar</a:t>
            </a:r>
            <a:r>
              <a:rPr lang="en-US" dirty="0">
                <a:ea typeface="+mn-lt"/>
                <a:cs typeface="+mn-lt"/>
              </a:rPr>
              <a:t> a </a:t>
            </a:r>
            <a:r>
              <a:rPr lang="en-US" dirty="0" err="1">
                <a:ea typeface="+mn-lt"/>
                <a:cs typeface="+mn-lt"/>
              </a:rPr>
              <a:t>conta</a:t>
            </a:r>
            <a:r>
              <a:rPr lang="en-US" dirty="0">
                <a:ea typeface="+mn-lt"/>
                <a:cs typeface="+mn-lt"/>
              </a:rPr>
              <a:t>. </a:t>
            </a:r>
          </a:p>
        </p:txBody>
      </p:sp>
      <p:pic>
        <p:nvPicPr>
          <p:cNvPr id="4" name="Picture 3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179230BB-61CC-1B4D-322B-DDFC0F155F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0447" y="3431335"/>
            <a:ext cx="8277225" cy="119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7724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8209A-E08F-D963-59CC-4E200A5D7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B44E2-EBE9-6149-0E53-3100F0103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A07 - </a:t>
            </a:r>
            <a:r>
              <a:rPr lang="en-US" dirty="0" err="1">
                <a:ea typeface="+mj-lt"/>
                <a:cs typeface="+mj-lt"/>
              </a:rPr>
              <a:t>Exemplo</a:t>
            </a:r>
            <a:endParaRPr lang="en-US" dirty="0" err="1"/>
          </a:p>
        </p:txBody>
      </p:sp>
      <p:pic>
        <p:nvPicPr>
          <p:cNvPr id="5" name="Content Placeholder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EBBBA4DD-E991-80C0-9A24-4984FDC6A2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0250" y="2852878"/>
            <a:ext cx="8191500" cy="1504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1964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EDBDD-881B-09C5-C56F-0EF0AF42E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A08:2021 Software and Data Integrity Failures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B88000-9066-4A0F-3AB0-141C6FCE74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Esta </a:t>
            </a:r>
            <a:r>
              <a:rPr lang="en-US" dirty="0" err="1">
                <a:ea typeface="+mn-lt"/>
                <a:cs typeface="+mn-lt"/>
              </a:rPr>
              <a:t>categoria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foca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fazer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suposições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relacionadas</a:t>
            </a:r>
            <a:r>
              <a:rPr lang="en-US" dirty="0">
                <a:ea typeface="+mn-lt"/>
                <a:cs typeface="+mn-lt"/>
              </a:rPr>
              <a:t> a </a:t>
            </a:r>
            <a:r>
              <a:rPr lang="en-US" dirty="0" err="1">
                <a:ea typeface="+mn-lt"/>
                <a:cs typeface="+mn-lt"/>
              </a:rPr>
              <a:t>atualizações</a:t>
            </a:r>
            <a:r>
              <a:rPr lang="en-US" dirty="0">
                <a:ea typeface="+mn-lt"/>
                <a:cs typeface="+mn-lt"/>
              </a:rPr>
              <a:t> de software, dados </a:t>
            </a:r>
            <a:r>
              <a:rPr lang="en-US" dirty="0" err="1">
                <a:ea typeface="+mn-lt"/>
                <a:cs typeface="+mn-lt"/>
              </a:rPr>
              <a:t>críticos</a:t>
            </a:r>
            <a:r>
              <a:rPr lang="en-US" dirty="0">
                <a:ea typeface="+mn-lt"/>
                <a:cs typeface="+mn-lt"/>
              </a:rPr>
              <a:t> e pipelines CI/CD </a:t>
            </a:r>
            <a:r>
              <a:rPr lang="en-US" dirty="0" err="1">
                <a:ea typeface="+mn-lt"/>
                <a:cs typeface="+mn-lt"/>
              </a:rPr>
              <a:t>sem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verificar</a:t>
            </a:r>
            <a:r>
              <a:rPr lang="en-US" dirty="0">
                <a:ea typeface="+mn-lt"/>
                <a:cs typeface="+mn-lt"/>
              </a:rPr>
              <a:t> a </a:t>
            </a:r>
            <a:r>
              <a:rPr lang="en-US" dirty="0" err="1">
                <a:ea typeface="+mn-lt"/>
                <a:cs typeface="+mn-lt"/>
              </a:rPr>
              <a:t>integridade</a:t>
            </a:r>
            <a:r>
              <a:rPr lang="en-US" dirty="0">
                <a:ea typeface="+mn-lt"/>
                <a:cs typeface="+mn-lt"/>
              </a:rPr>
              <a:t>. </a:t>
            </a:r>
            <a:r>
              <a:rPr lang="en-US" dirty="0" err="1">
                <a:ea typeface="+mn-lt"/>
                <a:cs typeface="+mn-lt"/>
              </a:rPr>
              <a:t>Falhas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integridade</a:t>
            </a:r>
            <a:r>
              <a:rPr lang="en-US" dirty="0">
                <a:ea typeface="+mn-lt"/>
                <a:cs typeface="+mn-lt"/>
              </a:rPr>
              <a:t> do software e dos dados </a:t>
            </a:r>
            <a:r>
              <a:rPr lang="en-US" dirty="0" err="1">
                <a:ea typeface="+mn-lt"/>
                <a:cs typeface="+mn-lt"/>
              </a:rPr>
              <a:t>podem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resultar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código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não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autorizado</a:t>
            </a:r>
            <a:r>
              <a:rPr lang="en-US" dirty="0">
                <a:ea typeface="+mn-lt"/>
                <a:cs typeface="+mn-lt"/>
              </a:rPr>
              <a:t>, dados </a:t>
            </a:r>
            <a:r>
              <a:rPr lang="en-US" dirty="0" err="1">
                <a:ea typeface="+mn-lt"/>
                <a:cs typeface="+mn-lt"/>
              </a:rPr>
              <a:t>não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confiáveis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sistemas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comprometidos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pPr marL="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4424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E39B0-F59E-D972-0AEA-ED74A1B59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27D70D-6D73-7E76-B7D6-56A42F498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A08 - </a:t>
            </a:r>
            <a:r>
              <a:rPr lang="en-US" dirty="0" err="1">
                <a:ea typeface="+mj-lt"/>
                <a:cs typeface="+mj-lt"/>
              </a:rPr>
              <a:t>Cenario</a:t>
            </a:r>
            <a:endParaRPr lang="en-US" dirty="0" err="1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26DEF8C-C3AF-7CCC-1E99-99D1155494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Um </a:t>
            </a:r>
            <a:r>
              <a:rPr lang="en-US" dirty="0" err="1">
                <a:ea typeface="+mn-lt"/>
                <a:cs typeface="+mn-lt"/>
              </a:rPr>
              <a:t>sistema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baixa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atualizações</a:t>
            </a:r>
            <a:r>
              <a:rPr lang="en-US" dirty="0">
                <a:ea typeface="+mn-lt"/>
                <a:cs typeface="+mn-lt"/>
              </a:rPr>
              <a:t> de software de um </a:t>
            </a:r>
            <a:r>
              <a:rPr lang="en-US" dirty="0" err="1">
                <a:ea typeface="+mn-lt"/>
                <a:cs typeface="+mn-lt"/>
              </a:rPr>
              <a:t>servidor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não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seguro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verificar</a:t>
            </a:r>
            <a:r>
              <a:rPr lang="en-US" dirty="0">
                <a:ea typeface="+mn-lt"/>
                <a:cs typeface="+mn-lt"/>
              </a:rPr>
              <a:t> a </a:t>
            </a:r>
            <a:r>
              <a:rPr lang="en-US" dirty="0" err="1">
                <a:ea typeface="+mn-lt"/>
                <a:cs typeface="+mn-lt"/>
              </a:rPr>
              <a:t>assinatura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criptográfica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permitindo</a:t>
            </a:r>
            <a:r>
              <a:rPr lang="en-US" dirty="0">
                <a:ea typeface="+mn-lt"/>
                <a:cs typeface="+mn-lt"/>
              </a:rPr>
              <a:t> que um </a:t>
            </a:r>
            <a:r>
              <a:rPr lang="en-US" dirty="0" err="1">
                <a:ea typeface="+mn-lt"/>
                <a:cs typeface="+mn-lt"/>
              </a:rPr>
              <a:t>invasor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injete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código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malicioso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atualização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09964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66406-5ACF-E591-EDE2-4466D9651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06988-326A-7822-2F2C-BC2209B00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A08 - </a:t>
            </a:r>
            <a:r>
              <a:rPr lang="en-US" dirty="0" err="1">
                <a:ea typeface="+mj-lt"/>
                <a:cs typeface="+mj-lt"/>
              </a:rPr>
              <a:t>Cenario</a:t>
            </a:r>
            <a:endParaRPr lang="en-US" dirty="0" err="1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BB68F42-B73B-A684-1995-7C000B639E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 err="1">
                <a:ea typeface="+mn-lt"/>
                <a:cs typeface="+mn-lt"/>
              </a:rPr>
              <a:t>Solução</a:t>
            </a:r>
            <a:r>
              <a:rPr lang="en-US" b="1" dirty="0">
                <a:ea typeface="+mn-lt"/>
                <a:cs typeface="+mn-lt"/>
              </a:rPr>
              <a:t> (</a:t>
            </a:r>
            <a:r>
              <a:rPr lang="en-US" b="1" dirty="0" err="1">
                <a:ea typeface="+mn-lt"/>
                <a:cs typeface="+mn-lt"/>
              </a:rPr>
              <a:t>Abordagem</a:t>
            </a:r>
            <a:r>
              <a:rPr lang="en-US" b="1" dirty="0">
                <a:ea typeface="+mn-lt"/>
                <a:cs typeface="+mn-lt"/>
              </a:rPr>
              <a:t>):</a:t>
            </a:r>
            <a:endParaRPr lang="en-US" dirty="0">
              <a:ea typeface="+mn-lt"/>
              <a:cs typeface="+mn-lt"/>
            </a:endParaRPr>
          </a:p>
          <a:p>
            <a:r>
              <a:rPr lang="en-US" b="1" dirty="0" err="1">
                <a:ea typeface="+mn-lt"/>
                <a:cs typeface="+mn-lt"/>
              </a:rPr>
              <a:t>Assinaturas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Digitais</a:t>
            </a:r>
            <a:r>
              <a:rPr lang="en-US" b="1" dirty="0">
                <a:ea typeface="+mn-lt"/>
                <a:cs typeface="+mn-lt"/>
              </a:rPr>
              <a:t> e Checksums: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Exigir</a:t>
            </a:r>
            <a:r>
              <a:rPr lang="en-US" dirty="0">
                <a:ea typeface="+mn-lt"/>
                <a:cs typeface="+mn-lt"/>
              </a:rPr>
              <a:t> e </a:t>
            </a:r>
            <a:r>
              <a:rPr lang="en-US" dirty="0" err="1">
                <a:ea typeface="+mn-lt"/>
                <a:cs typeface="+mn-lt"/>
              </a:rPr>
              <a:t>verificar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assinaturas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digitais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ou</a:t>
            </a:r>
            <a:r>
              <a:rPr lang="en-US" dirty="0">
                <a:ea typeface="+mn-lt"/>
                <a:cs typeface="+mn-lt"/>
              </a:rPr>
              <a:t> hashes </a:t>
            </a:r>
            <a:r>
              <a:rPr lang="en-US" dirty="0" err="1">
                <a:ea typeface="+mn-lt"/>
                <a:cs typeface="+mn-lt"/>
              </a:rPr>
              <a:t>criptográficos</a:t>
            </a:r>
            <a:r>
              <a:rPr lang="en-US" dirty="0">
                <a:ea typeface="+mn-lt"/>
                <a:cs typeface="+mn-lt"/>
              </a:rPr>
              <a:t> (</a:t>
            </a:r>
            <a:r>
              <a:rPr lang="en-US" dirty="0" err="1">
                <a:ea typeface="+mn-lt"/>
                <a:cs typeface="+mn-lt"/>
              </a:rPr>
              <a:t>como</a:t>
            </a:r>
            <a:r>
              <a:rPr lang="en-US" dirty="0">
                <a:ea typeface="+mn-lt"/>
                <a:cs typeface="+mn-lt"/>
              </a:rPr>
              <a:t> SHA256) para </a:t>
            </a:r>
            <a:r>
              <a:rPr lang="en-US" dirty="0" err="1">
                <a:ea typeface="+mn-lt"/>
                <a:cs typeface="+mn-lt"/>
              </a:rPr>
              <a:t>todas</a:t>
            </a:r>
            <a:r>
              <a:rPr lang="en-US" dirty="0">
                <a:ea typeface="+mn-lt"/>
                <a:cs typeface="+mn-lt"/>
              </a:rPr>
              <a:t> as </a:t>
            </a:r>
            <a:r>
              <a:rPr lang="en-US" dirty="0" err="1">
                <a:ea typeface="+mn-lt"/>
                <a:cs typeface="+mn-lt"/>
              </a:rPr>
              <a:t>atualizações</a:t>
            </a:r>
            <a:r>
              <a:rPr lang="en-US" dirty="0">
                <a:ea typeface="+mn-lt"/>
                <a:cs typeface="+mn-lt"/>
              </a:rPr>
              <a:t> de software, </a:t>
            </a:r>
            <a:r>
              <a:rPr lang="en-US" dirty="0" err="1">
                <a:ea typeface="+mn-lt"/>
                <a:cs typeface="+mn-lt"/>
              </a:rPr>
              <a:t>dependências</a:t>
            </a:r>
            <a:r>
              <a:rPr lang="en-US" dirty="0">
                <a:ea typeface="+mn-lt"/>
                <a:cs typeface="+mn-lt"/>
              </a:rPr>
              <a:t> e </a:t>
            </a:r>
            <a:r>
              <a:rPr lang="en-US" dirty="0" err="1">
                <a:ea typeface="+mn-lt"/>
                <a:cs typeface="+mn-lt"/>
              </a:rPr>
              <a:t>artefatos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em</a:t>
            </a:r>
            <a:r>
              <a:rPr lang="en-US" dirty="0">
                <a:ea typeface="+mn-lt"/>
                <a:cs typeface="+mn-lt"/>
              </a:rPr>
              <a:t> pipelines CI/CD.</a:t>
            </a:r>
            <a:endParaRPr lang="en-US" dirty="0"/>
          </a:p>
          <a:p>
            <a:r>
              <a:rPr lang="en-US" b="1" dirty="0" err="1">
                <a:ea typeface="+mn-lt"/>
                <a:cs typeface="+mn-lt"/>
              </a:rPr>
              <a:t>Canais</a:t>
            </a:r>
            <a:r>
              <a:rPr lang="en-US" b="1" dirty="0">
                <a:ea typeface="+mn-lt"/>
                <a:cs typeface="+mn-lt"/>
              </a:rPr>
              <a:t> Seguros:</a:t>
            </a:r>
            <a:r>
              <a:rPr lang="en-US" dirty="0">
                <a:ea typeface="+mn-lt"/>
                <a:cs typeface="+mn-lt"/>
              </a:rPr>
              <a:t> Usar </a:t>
            </a:r>
            <a:r>
              <a:rPr lang="en-US" dirty="0" err="1">
                <a:ea typeface="+mn-lt"/>
                <a:cs typeface="+mn-lt"/>
              </a:rPr>
              <a:t>canais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seguros</a:t>
            </a:r>
            <a:r>
              <a:rPr lang="en-US" dirty="0">
                <a:ea typeface="+mn-lt"/>
                <a:cs typeface="+mn-lt"/>
              </a:rPr>
              <a:t> (HTTPS, SSH) para </a:t>
            </a:r>
            <a:r>
              <a:rPr lang="en-US" dirty="0" err="1">
                <a:ea typeface="+mn-lt"/>
                <a:cs typeface="+mn-lt"/>
              </a:rPr>
              <a:t>baixar</a:t>
            </a:r>
            <a:r>
              <a:rPr lang="en-US" dirty="0">
                <a:ea typeface="+mn-lt"/>
                <a:cs typeface="+mn-lt"/>
              </a:rPr>
              <a:t> e </a:t>
            </a:r>
            <a:r>
              <a:rPr lang="en-US" dirty="0" err="1">
                <a:ea typeface="+mn-lt"/>
                <a:cs typeface="+mn-lt"/>
              </a:rPr>
              <a:t>transmitir</a:t>
            </a:r>
            <a:r>
              <a:rPr lang="en-US" dirty="0">
                <a:ea typeface="+mn-lt"/>
                <a:cs typeface="+mn-lt"/>
              </a:rPr>
              <a:t> dados e </a:t>
            </a:r>
            <a:r>
              <a:rPr lang="en-US" dirty="0" err="1">
                <a:ea typeface="+mn-lt"/>
                <a:cs typeface="+mn-lt"/>
              </a:rPr>
              <a:t>componentes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r>
              <a:rPr lang="en-US" b="1" dirty="0" err="1">
                <a:ea typeface="+mn-lt"/>
                <a:cs typeface="+mn-lt"/>
              </a:rPr>
              <a:t>Verificação</a:t>
            </a:r>
            <a:r>
              <a:rPr lang="en-US" b="1" dirty="0">
                <a:ea typeface="+mn-lt"/>
                <a:cs typeface="+mn-lt"/>
              </a:rPr>
              <a:t> de </a:t>
            </a:r>
            <a:r>
              <a:rPr lang="en-US" b="1" dirty="0" err="1">
                <a:ea typeface="+mn-lt"/>
                <a:cs typeface="+mn-lt"/>
              </a:rPr>
              <a:t>Origem</a:t>
            </a:r>
            <a:r>
              <a:rPr lang="en-US" b="1" dirty="0">
                <a:ea typeface="+mn-lt"/>
                <a:cs typeface="+mn-lt"/>
              </a:rPr>
              <a:t>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Verificar</a:t>
            </a:r>
            <a:r>
              <a:rPr lang="en-US" dirty="0">
                <a:ea typeface="+mn-lt"/>
                <a:cs typeface="+mn-lt"/>
              </a:rPr>
              <a:t> a </a:t>
            </a:r>
            <a:r>
              <a:rPr lang="en-US" dirty="0" err="1">
                <a:ea typeface="+mn-lt"/>
                <a:cs typeface="+mn-lt"/>
              </a:rPr>
              <a:t>origem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todos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componentes</a:t>
            </a:r>
            <a:r>
              <a:rPr lang="en-US" dirty="0">
                <a:ea typeface="+mn-lt"/>
                <a:cs typeface="+mn-lt"/>
              </a:rPr>
              <a:t> e dados para </a:t>
            </a:r>
            <a:r>
              <a:rPr lang="en-US" dirty="0" err="1">
                <a:ea typeface="+mn-lt"/>
                <a:cs typeface="+mn-lt"/>
              </a:rPr>
              <a:t>garantir</a:t>
            </a:r>
            <a:r>
              <a:rPr lang="en-US" dirty="0">
                <a:ea typeface="+mn-lt"/>
                <a:cs typeface="+mn-lt"/>
              </a:rPr>
              <a:t> que </a:t>
            </a:r>
            <a:r>
              <a:rPr lang="en-US" dirty="0" err="1">
                <a:ea typeface="+mn-lt"/>
                <a:cs typeface="+mn-lt"/>
              </a:rPr>
              <a:t>vêm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fontes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confiáveis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r>
              <a:rPr lang="en-US" b="1" dirty="0" err="1">
                <a:ea typeface="+mn-lt"/>
                <a:cs typeface="+mn-lt"/>
              </a:rPr>
              <a:t>Imutabilidade</a:t>
            </a:r>
            <a:r>
              <a:rPr lang="en-US" b="1" dirty="0">
                <a:ea typeface="+mn-lt"/>
                <a:cs typeface="+mn-lt"/>
              </a:rPr>
              <a:t> da </a:t>
            </a:r>
            <a:r>
              <a:rPr lang="en-US" b="1" dirty="0" err="1">
                <a:ea typeface="+mn-lt"/>
                <a:cs typeface="+mn-lt"/>
              </a:rPr>
              <a:t>Infraestrutura</a:t>
            </a:r>
            <a:r>
              <a:rPr lang="en-US" b="1" dirty="0">
                <a:ea typeface="+mn-lt"/>
                <a:cs typeface="+mn-lt"/>
              </a:rPr>
              <a:t>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Implementar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infraestrutura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imutável</a:t>
            </a:r>
            <a:r>
              <a:rPr lang="en-US" dirty="0">
                <a:ea typeface="+mn-lt"/>
                <a:cs typeface="+mn-lt"/>
              </a:rPr>
              <a:t> para </a:t>
            </a:r>
            <a:r>
              <a:rPr lang="en-US" dirty="0" err="1">
                <a:ea typeface="+mn-lt"/>
                <a:cs typeface="+mn-lt"/>
              </a:rPr>
              <a:t>reduzir</a:t>
            </a:r>
            <a:r>
              <a:rPr lang="en-US" dirty="0">
                <a:ea typeface="+mn-lt"/>
                <a:cs typeface="+mn-lt"/>
              </a:rPr>
              <a:t> o </a:t>
            </a:r>
            <a:r>
              <a:rPr lang="en-US" dirty="0" err="1">
                <a:ea typeface="+mn-lt"/>
                <a:cs typeface="+mn-lt"/>
              </a:rPr>
              <a:t>risco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adulteração</a:t>
            </a:r>
            <a:r>
              <a:rPr lang="en-US" dirty="0">
                <a:ea typeface="+mn-lt"/>
                <a:cs typeface="+mn-lt"/>
              </a:rPr>
              <a:t> de runtime.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067238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45413F-90B0-7EB7-E524-57B46CA25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A09:2021 Security Logging and Monitoring Failures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47C031-E28F-9AA4-AE43-1AD13095A9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>
                <a:ea typeface="+mn-lt"/>
                <a:cs typeface="+mn-lt"/>
              </a:rPr>
              <a:t>Falhas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registro</a:t>
            </a:r>
            <a:r>
              <a:rPr lang="en-US" dirty="0">
                <a:ea typeface="+mn-lt"/>
                <a:cs typeface="+mn-lt"/>
              </a:rPr>
              <a:t> e </a:t>
            </a:r>
            <a:r>
              <a:rPr lang="en-US" dirty="0" err="1">
                <a:ea typeface="+mn-lt"/>
                <a:cs typeface="+mn-lt"/>
              </a:rPr>
              <a:t>monitoramento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segurança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são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comuns</a:t>
            </a:r>
            <a:r>
              <a:rPr lang="en-US" dirty="0">
                <a:ea typeface="+mn-lt"/>
                <a:cs typeface="+mn-lt"/>
              </a:rPr>
              <a:t> e </a:t>
            </a:r>
            <a:r>
              <a:rPr lang="en-US" dirty="0" err="1">
                <a:ea typeface="+mn-lt"/>
                <a:cs typeface="+mn-lt"/>
              </a:rPr>
              <a:t>podem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impactar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diretamente</a:t>
            </a:r>
            <a:r>
              <a:rPr lang="en-US" dirty="0">
                <a:ea typeface="+mn-lt"/>
                <a:cs typeface="+mn-lt"/>
              </a:rPr>
              <a:t> a </a:t>
            </a:r>
            <a:r>
              <a:rPr lang="en-US" dirty="0" err="1">
                <a:ea typeface="+mn-lt"/>
                <a:cs typeface="+mn-lt"/>
              </a:rPr>
              <a:t>visibilidade</a:t>
            </a:r>
            <a:r>
              <a:rPr lang="en-US" dirty="0">
                <a:ea typeface="+mn-lt"/>
                <a:cs typeface="+mn-lt"/>
              </a:rPr>
              <a:t>, o </a:t>
            </a:r>
            <a:r>
              <a:rPr lang="en-US" dirty="0" err="1">
                <a:ea typeface="+mn-lt"/>
                <a:cs typeface="+mn-lt"/>
              </a:rPr>
              <a:t>alerta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incidentes</a:t>
            </a:r>
            <a:r>
              <a:rPr lang="en-US" dirty="0">
                <a:ea typeface="+mn-lt"/>
                <a:cs typeface="+mn-lt"/>
              </a:rPr>
              <a:t> e a </a:t>
            </a:r>
            <a:r>
              <a:rPr lang="en-US" dirty="0" err="1">
                <a:ea typeface="+mn-lt"/>
                <a:cs typeface="+mn-lt"/>
              </a:rPr>
              <a:t>forense</a:t>
            </a:r>
            <a:r>
              <a:rPr lang="en-US" dirty="0">
                <a:ea typeface="+mn-lt"/>
                <a:cs typeface="+mn-lt"/>
              </a:rPr>
              <a:t>. A </a:t>
            </a:r>
            <a:r>
              <a:rPr lang="en-US" dirty="0" err="1">
                <a:ea typeface="+mn-lt"/>
                <a:cs typeface="+mn-lt"/>
              </a:rPr>
              <a:t>falta</a:t>
            </a:r>
            <a:r>
              <a:rPr lang="en-US" dirty="0">
                <a:ea typeface="+mn-lt"/>
                <a:cs typeface="+mn-lt"/>
              </a:rPr>
              <a:t> de logs </a:t>
            </a:r>
            <a:r>
              <a:rPr lang="en-US" dirty="0" err="1">
                <a:ea typeface="+mn-lt"/>
                <a:cs typeface="+mn-lt"/>
              </a:rPr>
              <a:t>ou</a:t>
            </a:r>
            <a:r>
              <a:rPr lang="en-US" dirty="0">
                <a:ea typeface="+mn-lt"/>
                <a:cs typeface="+mn-lt"/>
              </a:rPr>
              <a:t> logs </a:t>
            </a:r>
            <a:r>
              <a:rPr lang="en-US" dirty="0" err="1">
                <a:ea typeface="+mn-lt"/>
                <a:cs typeface="+mn-lt"/>
              </a:rPr>
              <a:t>insuficientes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pode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dificultar</a:t>
            </a:r>
            <a:r>
              <a:rPr lang="en-US" dirty="0">
                <a:ea typeface="+mn-lt"/>
                <a:cs typeface="+mn-lt"/>
              </a:rPr>
              <a:t> a </a:t>
            </a:r>
            <a:r>
              <a:rPr lang="en-US" dirty="0" err="1">
                <a:ea typeface="+mn-lt"/>
                <a:cs typeface="+mn-lt"/>
              </a:rPr>
              <a:t>detecção</a:t>
            </a:r>
            <a:r>
              <a:rPr lang="en-US" dirty="0">
                <a:ea typeface="+mn-lt"/>
                <a:cs typeface="+mn-lt"/>
              </a:rPr>
              <a:t> e </a:t>
            </a:r>
            <a:r>
              <a:rPr lang="en-US" dirty="0" err="1">
                <a:ea typeface="+mn-lt"/>
                <a:cs typeface="+mn-lt"/>
              </a:rPr>
              <a:t>resposta</a:t>
            </a:r>
            <a:r>
              <a:rPr lang="en-US" dirty="0">
                <a:ea typeface="+mn-lt"/>
                <a:cs typeface="+mn-lt"/>
              </a:rPr>
              <a:t> a </a:t>
            </a:r>
            <a:r>
              <a:rPr lang="en-US" dirty="0" err="1">
                <a:ea typeface="+mn-lt"/>
                <a:cs typeface="+mn-lt"/>
              </a:rPr>
              <a:t>incidentes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segurança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99206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26135-5D04-77DC-DF9A-8E65842E4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36FD7B-DF04-BC50-C37D-38A0B0E8F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A09 - </a:t>
            </a:r>
            <a:r>
              <a:rPr lang="en-US" dirty="0" err="1">
                <a:ea typeface="+mj-lt"/>
                <a:cs typeface="+mj-lt"/>
              </a:rPr>
              <a:t>Exemplo</a:t>
            </a:r>
            <a:endParaRPr lang="en-US" dirty="0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7BA56A-7A63-702A-DA9C-5525902AFA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Um </a:t>
            </a:r>
            <a:r>
              <a:rPr lang="en-US" dirty="0" err="1">
                <a:ea typeface="+mn-lt"/>
                <a:cs typeface="+mn-lt"/>
              </a:rPr>
              <a:t>aplicativo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não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registra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eventos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críticos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como</a:t>
            </a:r>
            <a:r>
              <a:rPr lang="en-US" dirty="0">
                <a:ea typeface="+mn-lt"/>
                <a:cs typeface="+mn-lt"/>
              </a:rPr>
              <a:t>:</a:t>
            </a:r>
          </a:p>
          <a:p>
            <a:r>
              <a:rPr lang="en-US" dirty="0" err="1">
                <a:ea typeface="+mn-lt"/>
                <a:cs typeface="+mn-lt"/>
              </a:rPr>
              <a:t>Tentativas</a:t>
            </a:r>
            <a:r>
              <a:rPr lang="en-US" dirty="0">
                <a:ea typeface="+mn-lt"/>
                <a:cs typeface="+mn-lt"/>
              </a:rPr>
              <a:t> de login </a:t>
            </a:r>
            <a:r>
              <a:rPr lang="en-US" dirty="0" err="1">
                <a:ea typeface="+mn-lt"/>
                <a:cs typeface="+mn-lt"/>
              </a:rPr>
              <a:t>falhas</a:t>
            </a:r>
            <a:r>
              <a:rPr lang="en-US" dirty="0">
                <a:ea typeface="+mn-lt"/>
                <a:cs typeface="+mn-lt"/>
              </a:rPr>
              <a:t> e </a:t>
            </a:r>
            <a:r>
              <a:rPr lang="en-US" dirty="0" err="1">
                <a:ea typeface="+mn-lt"/>
                <a:cs typeface="+mn-lt"/>
              </a:rPr>
              <a:t>bem-sucedidas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r>
              <a:rPr lang="en-US" dirty="0">
                <a:ea typeface="+mn-lt"/>
                <a:cs typeface="+mn-lt"/>
              </a:rPr>
              <a:t>Modificações de </a:t>
            </a:r>
            <a:r>
              <a:rPr lang="en-US" dirty="0" err="1">
                <a:ea typeface="+mn-lt"/>
                <a:cs typeface="+mn-lt"/>
              </a:rPr>
              <a:t>privilégios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usuário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r>
              <a:rPr lang="en-US" dirty="0" err="1">
                <a:ea typeface="+mn-lt"/>
                <a:cs typeface="+mn-lt"/>
              </a:rPr>
              <a:t>Acesso</a:t>
            </a:r>
            <a:r>
              <a:rPr lang="en-US" dirty="0">
                <a:ea typeface="+mn-lt"/>
                <a:cs typeface="+mn-lt"/>
              </a:rPr>
              <a:t> a dados </a:t>
            </a:r>
            <a:r>
              <a:rPr lang="en-US" dirty="0" err="1">
                <a:ea typeface="+mn-lt"/>
                <a:cs typeface="+mn-lt"/>
              </a:rPr>
              <a:t>sensíveis</a:t>
            </a:r>
            <a:r>
              <a:rPr lang="en-US" dirty="0">
                <a:ea typeface="+mn-lt"/>
                <a:cs typeface="+mn-lt"/>
              </a:rPr>
              <a:t>.</a:t>
            </a:r>
          </a:p>
          <a:p>
            <a:r>
              <a:rPr lang="en-US" dirty="0">
                <a:ea typeface="+mn-lt"/>
                <a:cs typeface="+mn-lt"/>
              </a:rPr>
              <a:t>Erros de </a:t>
            </a:r>
            <a:r>
              <a:rPr lang="en-US" dirty="0" err="1">
                <a:ea typeface="+mn-lt"/>
                <a:cs typeface="+mn-lt"/>
              </a:rPr>
              <a:t>validação</a:t>
            </a:r>
            <a:r>
              <a:rPr lang="en-US" dirty="0">
                <a:ea typeface="+mn-lt"/>
                <a:cs typeface="+mn-lt"/>
              </a:rPr>
              <a:t> de entrada que </a:t>
            </a:r>
            <a:r>
              <a:rPr lang="en-US" dirty="0" err="1">
                <a:ea typeface="+mn-lt"/>
                <a:cs typeface="+mn-lt"/>
              </a:rPr>
              <a:t>podem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indicar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tentativas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ataque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endParaRPr lang="en-US"/>
          </a:p>
          <a:p>
            <a:pPr marL="0" indent="0">
              <a:buNone/>
            </a:pPr>
            <a:r>
              <a:rPr lang="en-US" dirty="0" err="1">
                <a:ea typeface="+mn-lt"/>
                <a:cs typeface="+mn-lt"/>
              </a:rPr>
              <a:t>Além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disso</a:t>
            </a:r>
            <a:r>
              <a:rPr lang="en-US" dirty="0">
                <a:ea typeface="+mn-lt"/>
                <a:cs typeface="+mn-lt"/>
              </a:rPr>
              <a:t>, se esses logs </a:t>
            </a:r>
            <a:r>
              <a:rPr lang="en-US" dirty="0" err="1">
                <a:ea typeface="+mn-lt"/>
                <a:cs typeface="+mn-lt"/>
              </a:rPr>
              <a:t>existirem</a:t>
            </a:r>
            <a:r>
              <a:rPr lang="en-US" dirty="0">
                <a:ea typeface="+mn-lt"/>
                <a:cs typeface="+mn-lt"/>
              </a:rPr>
              <a:t>, mas </a:t>
            </a:r>
            <a:r>
              <a:rPr lang="en-US" dirty="0" err="1">
                <a:ea typeface="+mn-lt"/>
                <a:cs typeface="+mn-lt"/>
              </a:rPr>
              <a:t>não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forem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centralizados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monitorados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em</a:t>
            </a:r>
            <a:r>
              <a:rPr lang="en-US" dirty="0">
                <a:ea typeface="+mn-lt"/>
                <a:cs typeface="+mn-lt"/>
              </a:rPr>
              <a:t> tempo real </a:t>
            </a:r>
            <a:r>
              <a:rPr lang="en-US" dirty="0" err="1">
                <a:ea typeface="+mn-lt"/>
                <a:cs typeface="+mn-lt"/>
              </a:rPr>
              <a:t>ou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analisados</a:t>
            </a:r>
            <a:r>
              <a:rPr lang="en-US" dirty="0">
                <a:ea typeface="+mn-lt"/>
                <a:cs typeface="+mn-lt"/>
              </a:rPr>
              <a:t> para </a:t>
            </a:r>
            <a:r>
              <a:rPr lang="en-US" dirty="0" err="1">
                <a:ea typeface="+mn-lt"/>
                <a:cs typeface="+mn-lt"/>
              </a:rPr>
              <a:t>anomalias</a:t>
            </a:r>
            <a:r>
              <a:rPr lang="en-US" dirty="0">
                <a:ea typeface="+mn-lt"/>
                <a:cs typeface="+mn-l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064326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96FBB-9881-826C-A576-655B5F132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51AEB-AB10-93CD-87AF-E80915BA7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A09 – </a:t>
            </a:r>
            <a:r>
              <a:rPr lang="en-US" dirty="0" err="1">
                <a:ea typeface="+mj-lt"/>
                <a:cs typeface="+mj-lt"/>
              </a:rPr>
              <a:t>Exemplo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A469EC-BF71-10DB-05DE-DAFD418129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en-US" b="1" dirty="0" err="1">
                <a:ea typeface="+mn-lt"/>
                <a:cs typeface="+mn-lt"/>
              </a:rPr>
              <a:t>Solução</a:t>
            </a:r>
            <a:r>
              <a:rPr lang="en-US" b="1" dirty="0">
                <a:ea typeface="+mn-lt"/>
                <a:cs typeface="+mn-lt"/>
              </a:rPr>
              <a:t> (</a:t>
            </a:r>
            <a:r>
              <a:rPr lang="en-US" b="1" dirty="0" err="1">
                <a:ea typeface="+mn-lt"/>
                <a:cs typeface="+mn-lt"/>
              </a:rPr>
              <a:t>Abordagem</a:t>
            </a:r>
            <a:r>
              <a:rPr lang="en-US" b="1" dirty="0">
                <a:ea typeface="+mn-lt"/>
                <a:cs typeface="+mn-lt"/>
              </a:rPr>
              <a:t>):</a:t>
            </a:r>
            <a:endParaRPr lang="en-US" dirty="0">
              <a:ea typeface="+mn-lt"/>
              <a:cs typeface="+mn-lt"/>
            </a:endParaRPr>
          </a:p>
          <a:p>
            <a:r>
              <a:rPr lang="en-US" b="1" dirty="0">
                <a:ea typeface="+mn-lt"/>
                <a:cs typeface="+mn-lt"/>
              </a:rPr>
              <a:t>Logs </a:t>
            </a:r>
            <a:r>
              <a:rPr lang="en-US" b="1" dirty="0" err="1">
                <a:ea typeface="+mn-lt"/>
                <a:cs typeface="+mn-lt"/>
              </a:rPr>
              <a:t>Abrangentes</a:t>
            </a:r>
            <a:r>
              <a:rPr lang="en-US" b="1" dirty="0">
                <a:ea typeface="+mn-lt"/>
                <a:cs typeface="+mn-lt"/>
              </a:rPr>
              <a:t>:</a:t>
            </a:r>
            <a:r>
              <a:rPr lang="en-US" dirty="0">
                <a:ea typeface="+mn-lt"/>
                <a:cs typeface="+mn-lt"/>
              </a:rPr>
              <a:t> Registrar </a:t>
            </a:r>
            <a:r>
              <a:rPr lang="en-US" dirty="0" err="1">
                <a:ea typeface="+mn-lt"/>
                <a:cs typeface="+mn-lt"/>
              </a:rPr>
              <a:t>eventos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segurança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relevantes</a:t>
            </a:r>
            <a:r>
              <a:rPr lang="en-US" dirty="0">
                <a:ea typeface="+mn-lt"/>
                <a:cs typeface="+mn-lt"/>
              </a:rPr>
              <a:t> com </a:t>
            </a:r>
            <a:r>
              <a:rPr lang="en-US" dirty="0" err="1">
                <a:ea typeface="+mn-lt"/>
                <a:cs typeface="+mn-lt"/>
              </a:rPr>
              <a:t>detalhes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suficientes</a:t>
            </a:r>
            <a:r>
              <a:rPr lang="en-US" dirty="0">
                <a:ea typeface="+mn-lt"/>
                <a:cs typeface="+mn-lt"/>
              </a:rPr>
              <a:t> (</a:t>
            </a:r>
            <a:r>
              <a:rPr lang="en-US" dirty="0" err="1">
                <a:ea typeface="+mn-lt"/>
                <a:cs typeface="+mn-lt"/>
              </a:rPr>
              <a:t>quem</a:t>
            </a:r>
            <a:r>
              <a:rPr lang="en-US" dirty="0">
                <a:ea typeface="+mn-lt"/>
                <a:cs typeface="+mn-lt"/>
              </a:rPr>
              <a:t>, o </a:t>
            </a:r>
            <a:r>
              <a:rPr lang="en-US" dirty="0" err="1">
                <a:ea typeface="+mn-lt"/>
                <a:cs typeface="+mn-lt"/>
              </a:rPr>
              <a:t>quê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quando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onde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como</a:t>
            </a:r>
            <a:r>
              <a:rPr lang="en-US" dirty="0">
                <a:ea typeface="+mn-lt"/>
                <a:cs typeface="+mn-lt"/>
              </a:rPr>
              <a:t>).</a:t>
            </a:r>
            <a:endParaRPr lang="en-US" dirty="0"/>
          </a:p>
          <a:p>
            <a:r>
              <a:rPr lang="en-US" b="1" dirty="0" err="1">
                <a:ea typeface="+mn-lt"/>
                <a:cs typeface="+mn-lt"/>
              </a:rPr>
              <a:t>Monitoramento</a:t>
            </a:r>
            <a:r>
              <a:rPr lang="en-US" b="1" dirty="0">
                <a:ea typeface="+mn-lt"/>
                <a:cs typeface="+mn-lt"/>
              </a:rPr>
              <a:t> </a:t>
            </a:r>
            <a:r>
              <a:rPr lang="en-US" b="1" dirty="0" err="1">
                <a:ea typeface="+mn-lt"/>
                <a:cs typeface="+mn-lt"/>
              </a:rPr>
              <a:t>Ativo</a:t>
            </a:r>
            <a:r>
              <a:rPr lang="en-US" b="1" dirty="0">
                <a:ea typeface="+mn-lt"/>
                <a:cs typeface="+mn-lt"/>
              </a:rPr>
              <a:t>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Implementar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sistemas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monitoramento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em</a:t>
            </a:r>
            <a:r>
              <a:rPr lang="en-US" dirty="0">
                <a:ea typeface="+mn-lt"/>
                <a:cs typeface="+mn-lt"/>
              </a:rPr>
              <a:t> tempo real (SIEM - Security Information and Event Management) para </a:t>
            </a:r>
            <a:r>
              <a:rPr lang="en-US" dirty="0" err="1">
                <a:ea typeface="+mn-lt"/>
                <a:cs typeface="+mn-lt"/>
              </a:rPr>
              <a:t>alertar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sobre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atividades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suspeitas</a:t>
            </a:r>
            <a:r>
              <a:rPr lang="en-US" dirty="0">
                <a:ea typeface="+mn-lt"/>
                <a:cs typeface="+mn-lt"/>
              </a:rPr>
              <a:t>.</a:t>
            </a:r>
          </a:p>
          <a:p>
            <a:r>
              <a:rPr lang="en-US" b="1" dirty="0" err="1">
                <a:ea typeface="+mn-lt"/>
                <a:cs typeface="+mn-lt"/>
              </a:rPr>
              <a:t>Proteção</a:t>
            </a:r>
            <a:r>
              <a:rPr lang="en-US" b="1" dirty="0">
                <a:ea typeface="+mn-lt"/>
                <a:cs typeface="+mn-lt"/>
              </a:rPr>
              <a:t> de Logs: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Proteger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os</a:t>
            </a:r>
            <a:r>
              <a:rPr lang="en-US" dirty="0">
                <a:ea typeface="+mn-lt"/>
                <a:cs typeface="+mn-lt"/>
              </a:rPr>
              <a:t> logs contra </a:t>
            </a:r>
            <a:r>
              <a:rPr lang="en-US" dirty="0" err="1">
                <a:ea typeface="+mn-lt"/>
                <a:cs typeface="+mn-lt"/>
              </a:rPr>
              <a:t>adulteração</a:t>
            </a:r>
            <a:r>
              <a:rPr lang="en-US" dirty="0">
                <a:ea typeface="+mn-lt"/>
                <a:cs typeface="+mn-lt"/>
              </a:rPr>
              <a:t> e </a:t>
            </a:r>
            <a:r>
              <a:rPr lang="en-US" dirty="0" err="1">
                <a:ea typeface="+mn-lt"/>
                <a:cs typeface="+mn-lt"/>
              </a:rPr>
              <a:t>garantir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sua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retenção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adequada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r>
              <a:rPr lang="en-US" b="1" dirty="0" err="1">
                <a:ea typeface="+mn-lt"/>
                <a:cs typeface="+mn-lt"/>
              </a:rPr>
              <a:t>Resposta</a:t>
            </a:r>
            <a:r>
              <a:rPr lang="en-US" b="1" dirty="0">
                <a:ea typeface="+mn-lt"/>
                <a:cs typeface="+mn-lt"/>
              </a:rPr>
              <a:t> a </a:t>
            </a:r>
            <a:r>
              <a:rPr lang="en-US" b="1" dirty="0" err="1">
                <a:ea typeface="+mn-lt"/>
                <a:cs typeface="+mn-lt"/>
              </a:rPr>
              <a:t>Incidentes</a:t>
            </a:r>
            <a:r>
              <a:rPr lang="en-US" b="1" dirty="0">
                <a:ea typeface="+mn-lt"/>
                <a:cs typeface="+mn-lt"/>
              </a:rPr>
              <a:t>:</a:t>
            </a:r>
            <a:r>
              <a:rPr lang="en-US" dirty="0">
                <a:ea typeface="+mn-lt"/>
                <a:cs typeface="+mn-lt"/>
              </a:rPr>
              <a:t> Ter um plano de </a:t>
            </a:r>
            <a:r>
              <a:rPr lang="en-US" dirty="0" err="1">
                <a:ea typeface="+mn-lt"/>
                <a:cs typeface="+mn-lt"/>
              </a:rPr>
              <a:t>resposta</a:t>
            </a:r>
            <a:r>
              <a:rPr lang="en-US" dirty="0">
                <a:ea typeface="+mn-lt"/>
                <a:cs typeface="+mn-lt"/>
              </a:rPr>
              <a:t> a </a:t>
            </a:r>
            <a:r>
              <a:rPr lang="en-US" dirty="0" err="1">
                <a:ea typeface="+mn-lt"/>
                <a:cs typeface="+mn-lt"/>
              </a:rPr>
              <a:t>incidentes</a:t>
            </a:r>
            <a:r>
              <a:rPr lang="en-US" dirty="0">
                <a:ea typeface="+mn-lt"/>
                <a:cs typeface="+mn-lt"/>
              </a:rPr>
              <a:t> para </a:t>
            </a:r>
            <a:r>
              <a:rPr lang="en-US" dirty="0" err="1">
                <a:ea typeface="+mn-lt"/>
                <a:cs typeface="+mn-lt"/>
              </a:rPr>
              <a:t>agir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rapidamente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quando</a:t>
            </a:r>
            <a:r>
              <a:rPr lang="en-US" dirty="0">
                <a:ea typeface="+mn-lt"/>
                <a:cs typeface="+mn-lt"/>
              </a:rPr>
              <a:t> um </a:t>
            </a:r>
            <a:r>
              <a:rPr lang="en-US" dirty="0" err="1">
                <a:ea typeface="+mn-lt"/>
                <a:cs typeface="+mn-lt"/>
              </a:rPr>
              <a:t>alerta</a:t>
            </a:r>
            <a:r>
              <a:rPr lang="en-US" dirty="0">
                <a:ea typeface="+mn-lt"/>
                <a:cs typeface="+mn-lt"/>
              </a:rPr>
              <a:t> é </a:t>
            </a:r>
            <a:r>
              <a:rPr lang="en-US" dirty="0" err="1">
                <a:ea typeface="+mn-lt"/>
                <a:cs typeface="+mn-lt"/>
              </a:rPr>
              <a:t>disparado</a:t>
            </a:r>
            <a:r>
              <a:rPr lang="en-US" dirty="0">
                <a:ea typeface="+mn-lt"/>
                <a:cs typeface="+mn-lt"/>
              </a:rPr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950364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311FF-CEA0-2B05-D4FE-12794F450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A10:2021 Server-Side Request Forgery (SSRF)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EFF03F-08B4-2ED7-68C9-FA0544152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ea typeface="+mn-lt"/>
                <a:cs typeface="+mn-lt"/>
              </a:rPr>
              <a:t>SSRF é </a:t>
            </a:r>
            <a:r>
              <a:rPr lang="en-US" dirty="0" err="1">
                <a:ea typeface="+mn-lt"/>
                <a:cs typeface="+mn-lt"/>
              </a:rPr>
              <a:t>uma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vulnerabilidade</a:t>
            </a:r>
            <a:r>
              <a:rPr lang="en-US" dirty="0">
                <a:ea typeface="+mn-lt"/>
                <a:cs typeface="+mn-lt"/>
              </a:rPr>
              <a:t> que </a:t>
            </a:r>
            <a:r>
              <a:rPr lang="en-US" dirty="0" err="1">
                <a:ea typeface="+mn-lt"/>
                <a:cs typeface="+mn-lt"/>
              </a:rPr>
              <a:t>permite</a:t>
            </a:r>
            <a:r>
              <a:rPr lang="en-US" dirty="0">
                <a:ea typeface="+mn-lt"/>
                <a:cs typeface="+mn-lt"/>
              </a:rPr>
              <a:t> a um </a:t>
            </a:r>
            <a:r>
              <a:rPr lang="en-US" dirty="0" err="1">
                <a:ea typeface="+mn-lt"/>
                <a:cs typeface="+mn-lt"/>
              </a:rPr>
              <a:t>invasor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fazer</a:t>
            </a:r>
            <a:r>
              <a:rPr lang="en-US" dirty="0">
                <a:ea typeface="+mn-lt"/>
                <a:cs typeface="+mn-lt"/>
              </a:rPr>
              <a:t> o </a:t>
            </a:r>
            <a:r>
              <a:rPr lang="en-US" dirty="0" err="1">
                <a:ea typeface="+mn-lt"/>
                <a:cs typeface="+mn-lt"/>
              </a:rPr>
              <a:t>aplicativo</a:t>
            </a:r>
            <a:r>
              <a:rPr lang="en-US" dirty="0">
                <a:ea typeface="+mn-lt"/>
                <a:cs typeface="+mn-lt"/>
              </a:rPr>
              <a:t> do </a:t>
            </a:r>
            <a:r>
              <a:rPr lang="en-US" dirty="0" err="1">
                <a:ea typeface="+mn-lt"/>
                <a:cs typeface="+mn-lt"/>
              </a:rPr>
              <a:t>lado</a:t>
            </a:r>
            <a:r>
              <a:rPr lang="en-US" dirty="0">
                <a:ea typeface="+mn-lt"/>
                <a:cs typeface="+mn-lt"/>
              </a:rPr>
              <a:t> do </a:t>
            </a:r>
            <a:r>
              <a:rPr lang="en-US" dirty="0" err="1">
                <a:ea typeface="+mn-lt"/>
                <a:cs typeface="+mn-lt"/>
              </a:rPr>
              <a:t>servidor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fazer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solicitações</a:t>
            </a:r>
            <a:r>
              <a:rPr lang="en-US" dirty="0">
                <a:ea typeface="+mn-lt"/>
                <a:cs typeface="+mn-lt"/>
              </a:rPr>
              <a:t> HTTP para um </a:t>
            </a:r>
            <a:r>
              <a:rPr lang="en-US" dirty="0" err="1">
                <a:ea typeface="+mn-lt"/>
                <a:cs typeface="+mn-lt"/>
              </a:rPr>
              <a:t>domínio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arbitrário</a:t>
            </a:r>
            <a:r>
              <a:rPr lang="en-US" dirty="0">
                <a:ea typeface="+mn-lt"/>
                <a:cs typeface="+mn-lt"/>
              </a:rPr>
              <a:t> de </a:t>
            </a:r>
            <a:r>
              <a:rPr lang="en-US" dirty="0" err="1">
                <a:ea typeface="+mn-lt"/>
                <a:cs typeface="+mn-lt"/>
              </a:rPr>
              <a:t>sua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escolha</a:t>
            </a:r>
            <a:r>
              <a:rPr lang="en-US" dirty="0">
                <a:ea typeface="+mn-lt"/>
                <a:cs typeface="+mn-lt"/>
              </a:rPr>
              <a:t>. </a:t>
            </a:r>
            <a:r>
              <a:rPr lang="en-US" dirty="0" err="1">
                <a:ea typeface="+mn-lt"/>
                <a:cs typeface="+mn-lt"/>
              </a:rPr>
              <a:t>Os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invasores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podem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então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forçar</a:t>
            </a:r>
            <a:r>
              <a:rPr lang="en-US" dirty="0">
                <a:ea typeface="+mn-lt"/>
                <a:cs typeface="+mn-lt"/>
              </a:rPr>
              <a:t> o </a:t>
            </a:r>
            <a:r>
              <a:rPr lang="en-US" dirty="0" err="1">
                <a:ea typeface="+mn-lt"/>
                <a:cs typeface="+mn-lt"/>
              </a:rPr>
              <a:t>servidor</a:t>
            </a:r>
            <a:r>
              <a:rPr lang="en-US" dirty="0">
                <a:ea typeface="+mn-lt"/>
                <a:cs typeface="+mn-lt"/>
              </a:rPr>
              <a:t> a </a:t>
            </a:r>
            <a:r>
              <a:rPr lang="en-US" dirty="0" err="1">
                <a:ea typeface="+mn-lt"/>
                <a:cs typeface="+mn-lt"/>
              </a:rPr>
              <a:t>fazer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solicitações</a:t>
            </a:r>
            <a:r>
              <a:rPr lang="en-US" dirty="0">
                <a:ea typeface="+mn-lt"/>
                <a:cs typeface="+mn-lt"/>
              </a:rPr>
              <a:t> para outros </a:t>
            </a:r>
            <a:r>
              <a:rPr lang="en-US" dirty="0" err="1">
                <a:ea typeface="+mn-lt"/>
                <a:cs typeface="+mn-lt"/>
              </a:rPr>
              <a:t>serviços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444793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EAAF1-5674-7E3A-D51B-D20485714A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0E617-CE89-1F0D-13B3-8477A75BF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A10:2021 Server-Side Request Forgery (SSRF)</a:t>
            </a:r>
            <a:endParaRPr lang="en-US" dirty="0"/>
          </a:p>
        </p:txBody>
      </p:sp>
      <p:pic>
        <p:nvPicPr>
          <p:cNvPr id="6" name="Content Placeholder 5" descr="A computer screen shot of a program code&#10;&#10;AI-generated content may be incorrect.">
            <a:extLst>
              <a:ext uri="{FF2B5EF4-FFF2-40B4-BE49-F238E27FC236}">
                <a16:creationId xmlns:a16="http://schemas.microsoft.com/office/drawing/2014/main" id="{F5F166B8-F13A-38F8-B4FB-ED3CCF9B5B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14600" y="2424906"/>
            <a:ext cx="7162800" cy="3152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24655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46D5E-BD47-4D92-C7E1-E9B4379CD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AFD80-4360-FC79-7C15-425A60B86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+mj-lt"/>
                <a:cs typeface="+mj-lt"/>
              </a:rPr>
              <a:t>A10:2021 Server-Side Request Forgery (SSRF)</a:t>
            </a:r>
            <a:endParaRPr lang="en-US" dirty="0"/>
          </a:p>
        </p:txBody>
      </p:sp>
      <p:pic>
        <p:nvPicPr>
          <p:cNvPr id="4" name="Content Placeholder 3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DFFC524A-726F-19E0-3A1B-2D0B243786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77789" y="1825625"/>
            <a:ext cx="623642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26725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16704E-7593-13AE-28C1-B19948796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Hands –On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3E428B-FCFC-794A-8534-56C3DAE7BD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/>
              <a:t>Daqui</a:t>
            </a:r>
            <a:r>
              <a:rPr lang="en-US" dirty="0"/>
              <a:t> </a:t>
            </a:r>
            <a:r>
              <a:rPr lang="en-US" dirty="0" err="1"/>
              <a:t>poderia</a:t>
            </a:r>
            <a:r>
              <a:rPr lang="en-US" dirty="0"/>
              <a:t> </a:t>
            </a:r>
            <a:r>
              <a:rPr lang="en-US" dirty="0" err="1"/>
              <a:t>ter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parte</a:t>
            </a:r>
            <a:r>
              <a:rPr lang="en-US" dirty="0"/>
              <a:t> </a:t>
            </a:r>
            <a:r>
              <a:rPr lang="en-US" dirty="0" err="1"/>
              <a:t>pratica</a:t>
            </a:r>
            <a:r>
              <a:rPr lang="en-US" dirty="0"/>
              <a:t> </a:t>
            </a:r>
            <a:r>
              <a:rPr lang="en-US" dirty="0" err="1"/>
              <a:t>utilizando</a:t>
            </a:r>
            <a:r>
              <a:rPr lang="en-US" dirty="0"/>
              <a:t> um software </a:t>
            </a:r>
            <a:r>
              <a:rPr lang="en-US" dirty="0" err="1"/>
              <a:t>vulneravel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padrao</a:t>
            </a:r>
            <a:r>
              <a:rPr lang="en-US" dirty="0"/>
              <a:t> para fins de </a:t>
            </a:r>
            <a:r>
              <a:rPr lang="en-US" dirty="0" err="1"/>
              <a:t>aprendizagem</a:t>
            </a:r>
            <a:r>
              <a:rPr lang="en-US" dirty="0"/>
              <a:t>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JuiceShop</a:t>
            </a:r>
            <a:r>
              <a:rPr lang="en-US" dirty="0"/>
              <a:t> (OWASP), </a:t>
            </a:r>
            <a:r>
              <a:rPr lang="en-US" dirty="0" err="1"/>
              <a:t>ou</a:t>
            </a:r>
            <a:r>
              <a:rPr lang="en-US" dirty="0"/>
              <a:t> DVWA</a:t>
            </a:r>
          </a:p>
          <a:p>
            <a:r>
              <a:rPr lang="en-US" dirty="0">
                <a:ea typeface="+mn-lt"/>
                <a:cs typeface="+mn-lt"/>
              </a:rPr>
              <a:t>https://pwning.owasp-juice.shop/companion-guide/latest/part4/trainers.html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2692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40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40</vt:i4>
      </vt:variant>
    </vt:vector>
  </HeadingPairs>
  <TitlesOfParts>
    <vt:vector size="41" baseType="lpstr">
      <vt:lpstr>office theme</vt:lpstr>
      <vt:lpstr>Desenvolvimento Seguro</vt:lpstr>
      <vt:lpstr>Agenda</vt:lpstr>
      <vt:lpstr>O que e desenvolvimento seguro</vt:lpstr>
      <vt:lpstr>Importancia do desenvolvimento seguro</vt:lpstr>
      <vt:lpstr>Principios do desenvolvimento seguro</vt:lpstr>
      <vt:lpstr>OWASP</vt:lpstr>
      <vt:lpstr>OWASP Top 10</vt:lpstr>
      <vt:lpstr>OWASP Top 10 2021</vt:lpstr>
      <vt:lpstr>A1:2021 Broken Access Control</vt:lpstr>
      <vt:lpstr>A1 - Exemplo</vt:lpstr>
      <vt:lpstr>A1 - Exemplo</vt:lpstr>
      <vt:lpstr>A02:2021Cryptographic Failures</vt:lpstr>
      <vt:lpstr>A02 - Exemplo</vt:lpstr>
      <vt:lpstr>A02 - Exemplo</vt:lpstr>
      <vt:lpstr>A03:2021 Injection</vt:lpstr>
      <vt:lpstr>A03 - Exemplo</vt:lpstr>
      <vt:lpstr>A03 - Exemplo</vt:lpstr>
      <vt:lpstr>A04:2021Insecure Design </vt:lpstr>
      <vt:lpstr>A04 – Exemplo (Cenario)</vt:lpstr>
      <vt:lpstr>A04 – Exemplo (Cenario)</vt:lpstr>
      <vt:lpstr>A05:2021 Security Misconfiguration</vt:lpstr>
      <vt:lpstr>A05 – Exemplo (Cenario)</vt:lpstr>
      <vt:lpstr>A05 – Exemplo (Cenario)</vt:lpstr>
      <vt:lpstr>A06:2021 Vulnerable and Outdated Components</vt:lpstr>
      <vt:lpstr>A06:2021 Vulnerable and Outdated Components</vt:lpstr>
      <vt:lpstr>A06 – Exemplo(Cenario)</vt:lpstr>
      <vt:lpstr>A06 – Exemplo(Cenario)</vt:lpstr>
      <vt:lpstr>A07:2021 Identification and Authentication Failures</vt:lpstr>
      <vt:lpstr>A07 - Exemplo</vt:lpstr>
      <vt:lpstr>A07 - Exemplo</vt:lpstr>
      <vt:lpstr>A08:2021 Software and Data Integrity Failures</vt:lpstr>
      <vt:lpstr>A08 - Cenario</vt:lpstr>
      <vt:lpstr>A08 - Cenario</vt:lpstr>
      <vt:lpstr>A09:2021 Security Logging and Monitoring Failures</vt:lpstr>
      <vt:lpstr>A09 - Exemplo</vt:lpstr>
      <vt:lpstr>A09 – Exemplo</vt:lpstr>
      <vt:lpstr>A10:2021 Server-Side Request Forgery (SSRF)</vt:lpstr>
      <vt:lpstr>A10:2021 Server-Side Request Forgery (SSRF)</vt:lpstr>
      <vt:lpstr>A10:2021 Server-Side Request Forgery (SSRF)</vt:lpstr>
      <vt:lpstr>Hands –On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245</cp:revision>
  <dcterms:created xsi:type="dcterms:W3CDTF">2025-07-02T15:33:24Z</dcterms:created>
  <dcterms:modified xsi:type="dcterms:W3CDTF">2025-07-06T11:31:02Z</dcterms:modified>
</cp:coreProperties>
</file>