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E5838-48E7-69F5-0991-9833C58C8B39}" v="2395" dt="2025-07-02T20:15:37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Domingues Ribeiro" userId="S::1242206@isep.ipp.pt::52a0b6ee-c18d-477f-9954-7fc582fc1887" providerId="AD" clId="Web-{C10E5838-48E7-69F5-0991-9833C58C8B39}"/>
    <pc:docChg chg="addSld modSld">
      <pc:chgData name="Vitor Domingues Ribeiro" userId="S::1242206@isep.ipp.pt::52a0b6ee-c18d-477f-9954-7fc582fc1887" providerId="AD" clId="Web-{C10E5838-48E7-69F5-0991-9833C58C8B39}" dt="2025-07-02T20:15:37.897" v="2395" actId="20577"/>
      <pc:docMkLst>
        <pc:docMk/>
      </pc:docMkLst>
      <pc:sldChg chg="modSp">
        <pc:chgData name="Vitor Domingues Ribeiro" userId="S::1242206@isep.ipp.pt::52a0b6ee-c18d-477f-9954-7fc582fc1887" providerId="AD" clId="Web-{C10E5838-48E7-69F5-0991-9833C58C8B39}" dt="2025-07-02T18:47:04.309" v="89" actId="20577"/>
        <pc:sldMkLst>
          <pc:docMk/>
          <pc:sldMk cId="109857222" sldId="256"/>
        </pc:sldMkLst>
        <pc:spChg chg="mod">
          <ac:chgData name="Vitor Domingues Ribeiro" userId="S::1242206@isep.ipp.pt::52a0b6ee-c18d-477f-9954-7fc582fc1887" providerId="AD" clId="Web-{C10E5838-48E7-69F5-0991-9833C58C8B39}" dt="2025-07-02T18:38:39.184" v="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8:47:04.309" v="8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36:05.545" v="2360" actId="20577"/>
        <pc:sldMkLst>
          <pc:docMk/>
          <pc:sldMk cId="3209257658" sldId="257"/>
        </pc:sldMkLst>
        <pc:spChg chg="mod">
          <ac:chgData name="Vitor Domingues Ribeiro" userId="S::1242206@isep.ipp.pt::52a0b6ee-c18d-477f-9954-7fc582fc1887" providerId="AD" clId="Web-{C10E5838-48E7-69F5-0991-9833C58C8B39}" dt="2025-07-02T18:47:10.794" v="92" actId="20577"/>
          <ac:spMkLst>
            <pc:docMk/>
            <pc:sldMk cId="3209257658" sldId="257"/>
            <ac:spMk id="2" creationId="{A40133BE-DA41-8E3A-31C3-A268AF682C30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36:05.545" v="2360" actId="20577"/>
          <ac:spMkLst>
            <pc:docMk/>
            <pc:sldMk cId="3209257658" sldId="257"/>
            <ac:spMk id="3" creationId="{36075547-0C4A-C80B-781E-54C9AAA39A9D}"/>
          </ac:spMkLst>
        </pc:spChg>
      </pc:sldChg>
      <pc:sldChg chg="addSp modSp new">
        <pc:chgData name="Vitor Domingues Ribeiro" userId="S::1242206@isep.ipp.pt::52a0b6ee-c18d-477f-9954-7fc582fc1887" providerId="AD" clId="Web-{C10E5838-48E7-69F5-0991-9833C58C8B39}" dt="2025-07-02T20:13:30.440" v="2386" actId="1076"/>
        <pc:sldMkLst>
          <pc:docMk/>
          <pc:sldMk cId="2792781745" sldId="258"/>
        </pc:sldMkLst>
        <pc:spChg chg="mod">
          <ac:chgData name="Vitor Domingues Ribeiro" userId="S::1242206@isep.ipp.pt::52a0b6ee-c18d-477f-9954-7fc582fc1887" providerId="AD" clId="Web-{C10E5838-48E7-69F5-0991-9833C58C8B39}" dt="2025-07-02T18:48:52.034" v="162" actId="20577"/>
          <ac:spMkLst>
            <pc:docMk/>
            <pc:sldMk cId="2792781745" sldId="258"/>
            <ac:spMk id="2" creationId="{F67BFA14-A75C-D9FD-188D-24C8FDFD684B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8:51:54.498" v="287" actId="20577"/>
          <ac:spMkLst>
            <pc:docMk/>
            <pc:sldMk cId="2792781745" sldId="258"/>
            <ac:spMk id="3" creationId="{25092A66-04B2-51D2-DD74-0BCF94E04CA7}"/>
          </ac:spMkLst>
        </pc:spChg>
        <pc:picChg chg="add mod">
          <ac:chgData name="Vitor Domingues Ribeiro" userId="S::1242206@isep.ipp.pt::52a0b6ee-c18d-477f-9954-7fc582fc1887" providerId="AD" clId="Web-{C10E5838-48E7-69F5-0991-9833C58C8B39}" dt="2025-07-02T20:13:30.440" v="2386" actId="1076"/>
          <ac:picMkLst>
            <pc:docMk/>
            <pc:sldMk cId="2792781745" sldId="258"/>
            <ac:picMk id="4" creationId="{8E85E130-96C0-5653-8B44-D9D198C4DA0B}"/>
          </ac:picMkLst>
        </pc:picChg>
      </pc:sldChg>
      <pc:sldChg chg="modSp add replId">
        <pc:chgData name="Vitor Domingues Ribeiro" userId="S::1242206@isep.ipp.pt::52a0b6ee-c18d-477f-9954-7fc582fc1887" providerId="AD" clId="Web-{C10E5838-48E7-69F5-0991-9833C58C8B39}" dt="2025-07-02T18:57:31.957" v="547" actId="20577"/>
        <pc:sldMkLst>
          <pc:docMk/>
          <pc:sldMk cId="3409651929" sldId="259"/>
        </pc:sldMkLst>
        <pc:spChg chg="mod">
          <ac:chgData name="Vitor Domingues Ribeiro" userId="S::1242206@isep.ipp.pt::52a0b6ee-c18d-477f-9954-7fc582fc1887" providerId="AD" clId="Web-{C10E5838-48E7-69F5-0991-9833C58C8B39}" dt="2025-07-02T18:57:31.957" v="547" actId="20577"/>
          <ac:spMkLst>
            <pc:docMk/>
            <pc:sldMk cId="3409651929" sldId="259"/>
            <ac:spMk id="3" creationId="{E710BBF4-2EE9-81AF-C1C1-9CFD64F8B687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01:56.723" v="701" actId="20577"/>
        <pc:sldMkLst>
          <pc:docMk/>
          <pc:sldMk cId="3224556504" sldId="260"/>
        </pc:sldMkLst>
        <pc:spChg chg="mod">
          <ac:chgData name="Vitor Domingues Ribeiro" userId="S::1242206@isep.ipp.pt::52a0b6ee-c18d-477f-9954-7fc582fc1887" providerId="AD" clId="Web-{C10E5838-48E7-69F5-0991-9833C58C8B39}" dt="2025-07-02T18:58:51.993" v="555" actId="20577"/>
          <ac:spMkLst>
            <pc:docMk/>
            <pc:sldMk cId="3224556504" sldId="260"/>
            <ac:spMk id="2" creationId="{92097F3D-5B06-AC0E-9CA7-94557C1C6B00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01:56.723" v="701" actId="20577"/>
          <ac:spMkLst>
            <pc:docMk/>
            <pc:sldMk cId="3224556504" sldId="260"/>
            <ac:spMk id="3" creationId="{7B7DB22D-0DED-9511-8D16-01CA55990E58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03:43.136" v="768" actId="20577"/>
        <pc:sldMkLst>
          <pc:docMk/>
          <pc:sldMk cId="3142556595" sldId="261"/>
        </pc:sldMkLst>
        <pc:spChg chg="mod">
          <ac:chgData name="Vitor Domingues Ribeiro" userId="S::1242206@isep.ipp.pt::52a0b6ee-c18d-477f-9954-7fc582fc1887" providerId="AD" clId="Web-{C10E5838-48E7-69F5-0991-9833C58C8B39}" dt="2025-07-02T19:02:42.351" v="715" actId="20577"/>
          <ac:spMkLst>
            <pc:docMk/>
            <pc:sldMk cId="3142556595" sldId="261"/>
            <ac:spMk id="2" creationId="{91962151-A88E-C721-D89E-ADF55497B811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03:43.136" v="768" actId="20577"/>
          <ac:spMkLst>
            <pc:docMk/>
            <pc:sldMk cId="3142556595" sldId="261"/>
            <ac:spMk id="3" creationId="{A4833A77-AD79-777A-9B2D-CDF7E4BB366A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08:20.074" v="1024" actId="20577"/>
        <pc:sldMkLst>
          <pc:docMk/>
          <pc:sldMk cId="1554750443" sldId="262"/>
        </pc:sldMkLst>
        <pc:spChg chg="mod">
          <ac:chgData name="Vitor Domingues Ribeiro" userId="S::1242206@isep.ipp.pt::52a0b6ee-c18d-477f-9954-7fc582fc1887" providerId="AD" clId="Web-{C10E5838-48E7-69F5-0991-9833C58C8B39}" dt="2025-07-02T19:04:27.435" v="782" actId="20577"/>
          <ac:spMkLst>
            <pc:docMk/>
            <pc:sldMk cId="1554750443" sldId="262"/>
            <ac:spMk id="2" creationId="{F4912CFA-1402-0158-A7BC-B059D1634650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08:20.074" v="1024" actId="20577"/>
          <ac:spMkLst>
            <pc:docMk/>
            <pc:sldMk cId="1554750443" sldId="262"/>
            <ac:spMk id="3" creationId="{9ABFC60B-E8CE-C554-F230-AFD34D3F421A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12:44.559" v="1317" actId="20577"/>
        <pc:sldMkLst>
          <pc:docMk/>
          <pc:sldMk cId="856971220" sldId="263"/>
        </pc:sldMkLst>
        <pc:spChg chg="mod">
          <ac:chgData name="Vitor Domingues Ribeiro" userId="S::1242206@isep.ipp.pt::52a0b6ee-c18d-477f-9954-7fc582fc1887" providerId="AD" clId="Web-{C10E5838-48E7-69F5-0991-9833C58C8B39}" dt="2025-07-02T19:08:37.122" v="1031" actId="20577"/>
          <ac:spMkLst>
            <pc:docMk/>
            <pc:sldMk cId="856971220" sldId="263"/>
            <ac:spMk id="2" creationId="{479A3416-1680-857C-FC1E-203B14A24474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12:44.559" v="1317" actId="20577"/>
          <ac:spMkLst>
            <pc:docMk/>
            <pc:sldMk cId="856971220" sldId="263"/>
            <ac:spMk id="3" creationId="{61874B59-060C-49F9-79C8-D94B8B1E8B76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18:48.097" v="1534" actId="20577"/>
        <pc:sldMkLst>
          <pc:docMk/>
          <pc:sldMk cId="1607072836" sldId="264"/>
        </pc:sldMkLst>
        <pc:spChg chg="mod">
          <ac:chgData name="Vitor Domingues Ribeiro" userId="S::1242206@isep.ipp.pt::52a0b6ee-c18d-477f-9954-7fc582fc1887" providerId="AD" clId="Web-{C10E5838-48E7-69F5-0991-9833C58C8B39}" dt="2025-07-02T19:13:04.201" v="1320" actId="20577"/>
          <ac:spMkLst>
            <pc:docMk/>
            <pc:sldMk cId="1607072836" sldId="264"/>
            <ac:spMk id="2" creationId="{808228EE-9E44-ADE5-CC10-0370A29A6B28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18:48.097" v="1534" actId="20577"/>
          <ac:spMkLst>
            <pc:docMk/>
            <pc:sldMk cId="1607072836" sldId="264"/>
            <ac:spMk id="3" creationId="{57AD15C6-C4B3-48D0-9FE1-3D81FECAC321}"/>
          </ac:spMkLst>
        </pc:spChg>
      </pc:sldChg>
      <pc:sldChg chg="modSp add replId">
        <pc:chgData name="Vitor Domingues Ribeiro" userId="S::1242206@isep.ipp.pt::52a0b6ee-c18d-477f-9954-7fc582fc1887" providerId="AD" clId="Web-{C10E5838-48E7-69F5-0991-9833C58C8B39}" dt="2025-07-02T19:24:15.852" v="1806" actId="20577"/>
        <pc:sldMkLst>
          <pc:docMk/>
          <pc:sldMk cId="2254297505" sldId="265"/>
        </pc:sldMkLst>
        <pc:spChg chg="mod">
          <ac:chgData name="Vitor Domingues Ribeiro" userId="S::1242206@isep.ipp.pt::52a0b6ee-c18d-477f-9954-7fc582fc1887" providerId="AD" clId="Web-{C10E5838-48E7-69F5-0991-9833C58C8B39}" dt="2025-07-02T19:24:15.852" v="1806" actId="20577"/>
          <ac:spMkLst>
            <pc:docMk/>
            <pc:sldMk cId="2254297505" sldId="265"/>
            <ac:spMk id="3" creationId="{74560B13-3C83-AE7D-59E8-EC2028B4FB6E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25:42.561" v="1828" actId="20577"/>
        <pc:sldMkLst>
          <pc:docMk/>
          <pc:sldMk cId="855862211" sldId="266"/>
        </pc:sldMkLst>
        <pc:spChg chg="mod">
          <ac:chgData name="Vitor Domingues Ribeiro" userId="S::1242206@isep.ipp.pt::52a0b6ee-c18d-477f-9954-7fc582fc1887" providerId="AD" clId="Web-{C10E5838-48E7-69F5-0991-9833C58C8B39}" dt="2025-07-02T19:25:20.091" v="1823" actId="20577"/>
          <ac:spMkLst>
            <pc:docMk/>
            <pc:sldMk cId="855862211" sldId="266"/>
            <ac:spMk id="2" creationId="{74B9E3A2-810D-3F1A-2BC6-E90E5231F85D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25:42.561" v="1828" actId="20577"/>
          <ac:spMkLst>
            <pc:docMk/>
            <pc:sldMk cId="855862211" sldId="266"/>
            <ac:spMk id="3" creationId="{4E86CAB9-1230-E9ED-D448-7C659E459CC8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33:04.096" v="2248" actId="20577"/>
        <pc:sldMkLst>
          <pc:docMk/>
          <pc:sldMk cId="1316912185" sldId="267"/>
        </pc:sldMkLst>
        <pc:spChg chg="mod">
          <ac:chgData name="Vitor Domingues Ribeiro" userId="S::1242206@isep.ipp.pt::52a0b6ee-c18d-477f-9954-7fc582fc1887" providerId="AD" clId="Web-{C10E5838-48E7-69F5-0991-9833C58C8B39}" dt="2025-07-02T19:26:00.749" v="1836" actId="20577"/>
          <ac:spMkLst>
            <pc:docMk/>
            <pc:sldMk cId="1316912185" sldId="267"/>
            <ac:spMk id="2" creationId="{85773E1D-C4F9-2635-1CE7-B9AEF79ED2D3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33:04.096" v="2248" actId="20577"/>
          <ac:spMkLst>
            <pc:docMk/>
            <pc:sldMk cId="1316912185" sldId="267"/>
            <ac:spMk id="3" creationId="{FC123767-A7A5-ADBB-2225-1A032F96B99B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34:43.165" v="2339" actId="20577"/>
        <pc:sldMkLst>
          <pc:docMk/>
          <pc:sldMk cId="376740797" sldId="268"/>
        </pc:sldMkLst>
        <pc:spChg chg="mod">
          <ac:chgData name="Vitor Domingues Ribeiro" userId="S::1242206@isep.ipp.pt::52a0b6ee-c18d-477f-9954-7fc582fc1887" providerId="AD" clId="Web-{C10E5838-48E7-69F5-0991-9833C58C8B39}" dt="2025-07-02T19:33:17.097" v="2259" actId="20577"/>
          <ac:spMkLst>
            <pc:docMk/>
            <pc:sldMk cId="376740797" sldId="268"/>
            <ac:spMk id="2" creationId="{3BAE7913-77D6-4EEC-1DE0-69ADDA9B43E6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34:43.165" v="2339" actId="20577"/>
          <ac:spMkLst>
            <pc:docMk/>
            <pc:sldMk cId="376740797" sldId="268"/>
            <ac:spMk id="3" creationId="{55A6D953-278D-EF4D-F60A-0051529F009F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19:36:24.111" v="2367" actId="20577"/>
        <pc:sldMkLst>
          <pc:docMk/>
          <pc:sldMk cId="3688496603" sldId="269"/>
        </pc:sldMkLst>
        <pc:spChg chg="mod">
          <ac:chgData name="Vitor Domingues Ribeiro" userId="S::1242206@isep.ipp.pt::52a0b6ee-c18d-477f-9954-7fc582fc1887" providerId="AD" clId="Web-{C10E5838-48E7-69F5-0991-9833C58C8B39}" dt="2025-07-02T19:36:10.251" v="2362" actId="20577"/>
          <ac:spMkLst>
            <pc:docMk/>
            <pc:sldMk cId="3688496603" sldId="269"/>
            <ac:spMk id="2" creationId="{B200559E-597B-61EC-A7D3-30082ACFE8C3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19:36:24.111" v="2367" actId="20577"/>
          <ac:spMkLst>
            <pc:docMk/>
            <pc:sldMk cId="3688496603" sldId="269"/>
            <ac:spMk id="3" creationId="{F2818358-54AF-07BE-9719-A6CB74B47D0B}"/>
          </ac:spMkLst>
        </pc:spChg>
      </pc:sldChg>
      <pc:sldChg chg="modSp new">
        <pc:chgData name="Vitor Domingues Ribeiro" userId="S::1242206@isep.ipp.pt::52a0b6ee-c18d-477f-9954-7fc582fc1887" providerId="AD" clId="Web-{C10E5838-48E7-69F5-0991-9833C58C8B39}" dt="2025-07-02T20:15:37.897" v="2395" actId="20577"/>
        <pc:sldMkLst>
          <pc:docMk/>
          <pc:sldMk cId="988637623" sldId="270"/>
        </pc:sldMkLst>
        <pc:spChg chg="mod">
          <ac:chgData name="Vitor Domingues Ribeiro" userId="S::1242206@isep.ipp.pt::52a0b6ee-c18d-477f-9954-7fc582fc1887" providerId="AD" clId="Web-{C10E5838-48E7-69F5-0991-9833C58C8B39}" dt="2025-07-02T19:36:47.753" v="2370" actId="20577"/>
          <ac:spMkLst>
            <pc:docMk/>
            <pc:sldMk cId="988637623" sldId="270"/>
            <ac:spMk id="2" creationId="{4EA5A64B-FD99-6976-6BC5-72FB010C3E25}"/>
          </ac:spMkLst>
        </pc:spChg>
        <pc:spChg chg="mod">
          <ac:chgData name="Vitor Domingues Ribeiro" userId="S::1242206@isep.ipp.pt::52a0b6ee-c18d-477f-9954-7fc582fc1887" providerId="AD" clId="Web-{C10E5838-48E7-69F5-0991-9833C58C8B39}" dt="2025-07-02T20:15:37.897" v="2395" actId="20577"/>
          <ac:spMkLst>
            <pc:docMk/>
            <pc:sldMk cId="988637623" sldId="270"/>
            <ac:spMk id="3" creationId="{6A253EAE-E5FD-0992-84CC-BF5BC4CF382D}"/>
          </ac:spMkLst>
        </pc:spChg>
      </pc:sldChg>
      <pc:sldChg chg="addSp delSp modSp add replId">
        <pc:chgData name="Vitor Domingues Ribeiro" userId="S::1242206@isep.ipp.pt::52a0b6ee-c18d-477f-9954-7fc582fc1887" providerId="AD" clId="Web-{C10E5838-48E7-69F5-0991-9833C58C8B39}" dt="2025-07-02T20:14:49.989" v="2392" actId="1076"/>
        <pc:sldMkLst>
          <pc:docMk/>
          <pc:sldMk cId="3300176967" sldId="271"/>
        </pc:sldMkLst>
        <pc:spChg chg="del">
          <ac:chgData name="Vitor Domingues Ribeiro" userId="S::1242206@isep.ipp.pt::52a0b6ee-c18d-477f-9954-7fc582fc1887" providerId="AD" clId="Web-{C10E5838-48E7-69F5-0991-9833C58C8B39}" dt="2025-07-02T20:14:35.051" v="2389"/>
          <ac:spMkLst>
            <pc:docMk/>
            <pc:sldMk cId="3300176967" sldId="271"/>
            <ac:spMk id="3" creationId="{68480896-69F4-5B24-49D9-C3B9B06BA152}"/>
          </ac:spMkLst>
        </pc:spChg>
        <pc:spChg chg="add del mod">
          <ac:chgData name="Vitor Domingues Ribeiro" userId="S::1242206@isep.ipp.pt::52a0b6ee-c18d-477f-9954-7fc582fc1887" providerId="AD" clId="Web-{C10E5838-48E7-69F5-0991-9833C58C8B39}" dt="2025-07-02T20:14:37.598" v="2390"/>
          <ac:spMkLst>
            <pc:docMk/>
            <pc:sldMk cId="3300176967" sldId="271"/>
            <ac:spMk id="6" creationId="{0C25D765-7482-CC0A-7644-3650800304F0}"/>
          </ac:spMkLst>
        </pc:spChg>
        <pc:picChg chg="del">
          <ac:chgData name="Vitor Domingues Ribeiro" userId="S::1242206@isep.ipp.pt::52a0b6ee-c18d-477f-9954-7fc582fc1887" providerId="AD" clId="Web-{C10E5838-48E7-69F5-0991-9833C58C8B39}" dt="2025-07-02T20:14:35.051" v="2388"/>
          <ac:picMkLst>
            <pc:docMk/>
            <pc:sldMk cId="3300176967" sldId="271"/>
            <ac:picMk id="4" creationId="{03BB9099-32EC-18A3-99A9-94E7A2635975}"/>
          </ac:picMkLst>
        </pc:picChg>
        <pc:picChg chg="add mod ord">
          <ac:chgData name="Vitor Domingues Ribeiro" userId="S::1242206@isep.ipp.pt::52a0b6ee-c18d-477f-9954-7fc582fc1887" providerId="AD" clId="Web-{C10E5838-48E7-69F5-0991-9833C58C8B39}" dt="2025-07-02T20:14:49.989" v="2392" actId="1076"/>
          <ac:picMkLst>
            <pc:docMk/>
            <pc:sldMk cId="3300176967" sldId="271"/>
            <ac:picMk id="7" creationId="{91949F2F-8165-FABD-5420-E8A216FC216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vlpubs.nist.gov/nistpubs/SpecialPublications/NIST.SP.800-204D.pdf" TargetMode="External"/><Relationship Id="rId2" Type="http://schemas.openxmlformats.org/officeDocument/2006/relationships/hyperlink" Target="https://owasp.org/www-project-devsecops-guideline/lates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securityalliance.org/" TargetMode="External"/><Relationship Id="rId4" Type="http://schemas.openxmlformats.org/officeDocument/2006/relationships/hyperlink" Target="https://www.splunk.com/en_us/blog/learn/devsecops-concepts-principl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DevSecOps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Esse material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ser um </a:t>
            </a:r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documento</a:t>
            </a:r>
            <a:r>
              <a:rPr lang="en-US" dirty="0"/>
              <a:t> a ser </a:t>
            </a:r>
            <a:r>
              <a:rPr lang="en-US" dirty="0" err="1"/>
              <a:t>apresentado</a:t>
            </a:r>
            <a:r>
              <a:rPr lang="en-US" dirty="0"/>
              <a:t> as </a:t>
            </a:r>
            <a:r>
              <a:rPr lang="en-US" dirty="0" err="1"/>
              <a:t>equipas</a:t>
            </a:r>
            <a:r>
              <a:rPr lang="en-US" dirty="0"/>
              <a:t>, utilize e </a:t>
            </a:r>
            <a:r>
              <a:rPr lang="en-US" dirty="0" err="1"/>
              <a:t>modifique</a:t>
            </a:r>
            <a:r>
              <a:rPr lang="en-US" dirty="0"/>
              <a:t> do </a:t>
            </a:r>
            <a:r>
              <a:rPr lang="en-US" dirty="0" err="1"/>
              <a:t>jeito</a:t>
            </a:r>
            <a:r>
              <a:rPr lang="en-US" dirty="0"/>
              <a:t> que achar </a:t>
            </a:r>
            <a:r>
              <a:rPr lang="en-US" dirty="0" err="1"/>
              <a:t>melhor</a:t>
            </a:r>
            <a:r>
              <a:rPr lang="en-US" dirty="0"/>
              <a:t> e que se </a:t>
            </a:r>
            <a:r>
              <a:rPr lang="en-US" dirty="0" err="1"/>
              <a:t>adeque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negocio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33BE-DA41-8E3A-31C3-A268AF68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5547-0C4A-C80B-781E-54C9AAA39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 que e </a:t>
            </a:r>
            <a:r>
              <a:rPr lang="en-US" err="1"/>
              <a:t>DevSecOps</a:t>
            </a:r>
            <a:r>
              <a:rPr lang="en-US" dirty="0"/>
              <a:t> ?</a:t>
            </a:r>
          </a:p>
          <a:p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DevSecOps</a:t>
            </a:r>
            <a:r>
              <a:rPr lang="en-US" dirty="0"/>
              <a:t> e </a:t>
            </a:r>
            <a:r>
              <a:rPr lang="en-US" dirty="0" err="1"/>
              <a:t>importante</a:t>
            </a:r>
            <a:r>
              <a:rPr lang="en-US" dirty="0"/>
              <a:t> ?</a:t>
            </a:r>
          </a:p>
          <a:p>
            <a:r>
              <a:rPr lang="en-US"/>
              <a:t>Principios de </a:t>
            </a:r>
            <a:r>
              <a:rPr lang="en-US" err="1"/>
              <a:t>DevSecOps</a:t>
            </a:r>
            <a:endParaRPr lang="en-US" dirty="0" err="1"/>
          </a:p>
          <a:p>
            <a:r>
              <a:rPr lang="en-US" err="1"/>
              <a:t>Comecando</a:t>
            </a:r>
            <a:r>
              <a:rPr lang="en-US" dirty="0"/>
              <a:t> com </a:t>
            </a:r>
            <a:r>
              <a:rPr lang="en-US" err="1"/>
              <a:t>DevSecOps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Exemplos de ferramentas para CI/CD </a:t>
            </a:r>
            <a:endParaRPr lang="en-US" dirty="0"/>
          </a:p>
          <a:p>
            <a:r>
              <a:rPr lang="en-US"/>
              <a:t>Desafios</a:t>
            </a:r>
            <a:endParaRPr lang="en-US" dirty="0"/>
          </a:p>
          <a:p>
            <a:r>
              <a:rPr lang="en-US"/>
              <a:t>Conclusoes</a:t>
            </a:r>
            <a:endParaRPr lang="en-US" dirty="0"/>
          </a:p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09257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FA14-A75C-D9FD-188D-24C8FDFD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e </a:t>
            </a:r>
            <a:r>
              <a:rPr lang="en-US" dirty="0" err="1"/>
              <a:t>DevSecOps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92A66-04B2-51D2-DD74-0BCF94E04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DevOps + Security</a:t>
            </a:r>
          </a:p>
          <a:p>
            <a:r>
              <a:rPr lang="en-US" dirty="0" err="1"/>
              <a:t>Implementar</a:t>
            </a:r>
            <a:r>
              <a:rPr lang="en-US" dirty="0"/>
              <a:t> </a:t>
            </a:r>
            <a:r>
              <a:rPr lang="en-US" dirty="0" err="1"/>
              <a:t>seguranca</a:t>
            </a:r>
            <a:r>
              <a:rPr lang="en-US" dirty="0"/>
              <a:t> do </a:t>
            </a:r>
            <a:r>
              <a:rPr lang="en-US" dirty="0" err="1"/>
              <a:t>inicio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fim</a:t>
            </a:r>
            <a:r>
              <a:rPr lang="en-US" dirty="0"/>
              <a:t> do Software Development Life cycle (SDLC) - "</a:t>
            </a:r>
            <a:r>
              <a:rPr lang="en-US" i="1" dirty="0"/>
              <a:t>Shift Left security"</a:t>
            </a:r>
          </a:p>
        </p:txBody>
      </p:sp>
      <p:pic>
        <p:nvPicPr>
          <p:cNvPr id="4" name="Picture 3" descr="DevSecOps pipeline">
            <a:extLst>
              <a:ext uri="{FF2B5EF4-FFF2-40B4-BE49-F238E27FC236}">
                <a16:creationId xmlns:a16="http://schemas.microsoft.com/office/drawing/2014/main" id="{8E85E130-96C0-5653-8B44-D9D198C4D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08" y="4295761"/>
            <a:ext cx="10208281" cy="11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8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C822-DB50-04F2-1A16-5CD10C0E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7159-9E88-DAA8-5FB3-3FB0B7A7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e </a:t>
            </a:r>
            <a:r>
              <a:rPr lang="en-US" dirty="0" err="1"/>
              <a:t>DevSecOps</a:t>
            </a:r>
            <a:r>
              <a:rPr lang="en-US" dirty="0"/>
              <a:t> ?</a:t>
            </a:r>
          </a:p>
        </p:txBody>
      </p:sp>
      <p:pic>
        <p:nvPicPr>
          <p:cNvPr id="7" name="Content Placeholder 6" descr="A diagram of software lifecycles&#10;&#10;AI-generated content may be incorrect.">
            <a:extLst>
              <a:ext uri="{FF2B5EF4-FFF2-40B4-BE49-F238E27FC236}">
                <a16:creationId xmlns:a16="http://schemas.microsoft.com/office/drawing/2014/main" id="{91949F2F-8165-FABD-5420-E8A216FC2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469" y="1963927"/>
            <a:ext cx="7322284" cy="381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7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C8148-B7D0-5418-79D0-A706EB054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F38A-A5BE-76D8-1CE4-CD76AEE3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que e </a:t>
            </a:r>
            <a:r>
              <a:rPr lang="en-US" dirty="0" err="1"/>
              <a:t>DevSecOps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0BBF4-2EE9-81AF-C1C1-9CFD64F8B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Culture, Automation, Lean, Measurement, Sharing (CALMS) + Security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Culture:</a:t>
            </a:r>
            <a:r>
              <a:rPr lang="en-US" dirty="0">
                <a:ea typeface="+mn-lt"/>
                <a:cs typeface="+mn-lt"/>
              </a:rPr>
              <a:t> Seguranca e </a:t>
            </a:r>
            <a:r>
              <a:rPr lang="en-US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responsabilidade</a:t>
            </a:r>
            <a:r>
              <a:rPr lang="en-US" dirty="0">
                <a:ea typeface="+mn-lt"/>
                <a:cs typeface="+mn-lt"/>
              </a:rPr>
              <a:t> de </a:t>
            </a:r>
            <a:r>
              <a:rPr lang="en-US" err="1">
                <a:ea typeface="+mn-lt"/>
                <a:cs typeface="+mn-lt"/>
              </a:rPr>
              <a:t>todos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Automation: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Automatizar</a:t>
            </a:r>
            <a:r>
              <a:rPr lang="en-US" dirty="0">
                <a:ea typeface="+mn-lt"/>
                <a:cs typeface="+mn-lt"/>
              </a:rPr>
              <a:t> testes de </a:t>
            </a:r>
            <a:r>
              <a:rPr lang="en-US" err="1">
                <a:ea typeface="+mn-lt"/>
                <a:cs typeface="+mn-lt"/>
              </a:rPr>
              <a:t>seguranca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Lean: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Processo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seguranca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eficiente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Measurement: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Mensurar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melhorar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controlos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seguranca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Sharing: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Compartilhar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conhecimento</a:t>
            </a:r>
            <a:r>
              <a:rPr lang="en-US" dirty="0">
                <a:ea typeface="+mn-lt"/>
                <a:cs typeface="+mn-lt"/>
              </a:rPr>
              <a:t> com </a:t>
            </a:r>
            <a:r>
              <a:rPr lang="en-US" err="1">
                <a:ea typeface="+mn-lt"/>
                <a:cs typeface="+mn-lt"/>
              </a:rPr>
              <a:t>outras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equipas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O </a:t>
            </a:r>
            <a:r>
              <a:rPr lang="en-US" dirty="0" err="1">
                <a:ea typeface="+mn-lt"/>
                <a:cs typeface="+mn-lt"/>
              </a:rPr>
              <a:t>objetivo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ter</a:t>
            </a:r>
            <a:r>
              <a:rPr lang="en-US" dirty="0">
                <a:ea typeface="+mn-lt"/>
                <a:cs typeface="+mn-lt"/>
              </a:rPr>
              <a:t> um </a:t>
            </a:r>
            <a:r>
              <a:rPr lang="en-US" dirty="0" err="1">
                <a:ea typeface="+mn-lt"/>
                <a:cs typeface="+mn-lt"/>
              </a:rPr>
              <a:t>processo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rapido</a:t>
            </a:r>
            <a:r>
              <a:rPr lang="en-US" dirty="0">
                <a:ea typeface="+mn-lt"/>
                <a:cs typeface="+mn-lt"/>
              </a:rPr>
              <a:t> e </a:t>
            </a:r>
            <a:r>
              <a:rPr lang="en-US" dirty="0" err="1">
                <a:ea typeface="+mn-lt"/>
                <a:cs typeface="+mn-lt"/>
              </a:rPr>
              <a:t>eficiente</a:t>
            </a:r>
            <a:r>
              <a:rPr lang="en-US" dirty="0">
                <a:ea typeface="+mn-lt"/>
                <a:cs typeface="+mn-lt"/>
              </a:rPr>
              <a:t> que </a:t>
            </a:r>
            <a:r>
              <a:rPr lang="en-US" dirty="0" err="1">
                <a:ea typeface="+mn-lt"/>
                <a:cs typeface="+mn-lt"/>
              </a:rPr>
              <a:t>entregue</a:t>
            </a:r>
            <a:r>
              <a:rPr lang="en-US" dirty="0">
                <a:ea typeface="+mn-lt"/>
                <a:cs typeface="+mn-lt"/>
              </a:rPr>
              <a:t> um software </a:t>
            </a:r>
            <a:r>
              <a:rPr lang="en-US" dirty="0" err="1">
                <a:ea typeface="+mn-lt"/>
                <a:cs typeface="+mn-lt"/>
              </a:rPr>
              <a:t>seguro</a:t>
            </a:r>
            <a:r>
              <a:rPr lang="en-US" dirty="0">
                <a:ea typeface="+mn-lt"/>
                <a:cs typeface="+mn-lt"/>
              </a:rPr>
              <a:t> para </a:t>
            </a:r>
            <a:r>
              <a:rPr lang="en-US" dirty="0" err="1">
                <a:ea typeface="+mn-lt"/>
                <a:cs typeface="+mn-lt"/>
              </a:rPr>
              <a:t>utilizacao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usuarios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finais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651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7F3D-5B06-AC0E-9CA7-94557C1C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Importancia</a:t>
            </a:r>
            <a:r>
              <a:rPr lang="en-US" dirty="0"/>
              <a:t> do </a:t>
            </a:r>
            <a:r>
              <a:rPr lang="en-US" dirty="0" err="1"/>
              <a:t>DevSecOps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DB22D-0DED-9511-8D16-01CA55990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Crescente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ameacas</a:t>
            </a:r>
            <a:r>
              <a:rPr lang="en-US" dirty="0"/>
              <a:t> e </a:t>
            </a:r>
            <a:r>
              <a:rPr lang="en-US" dirty="0" err="1"/>
              <a:t>ataques</a:t>
            </a:r>
          </a:p>
          <a:p>
            <a:r>
              <a:rPr lang="en-US"/>
              <a:t>Custo alto de </a:t>
            </a:r>
            <a:r>
              <a:rPr lang="en-US" dirty="0" err="1"/>
              <a:t>correcao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vulnerabilidade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producao</a:t>
            </a:r>
            <a:endParaRPr lang="en-US" dirty="0"/>
          </a:p>
          <a:p>
            <a:r>
              <a:rPr lang="en-US"/>
              <a:t>Compliance e regulamentacoes</a:t>
            </a:r>
            <a:endParaRPr lang="en-US" dirty="0"/>
          </a:p>
          <a:p>
            <a:r>
              <a:rPr lang="en-US"/>
              <a:t>Entrega rapida de software seguro</a:t>
            </a:r>
            <a:endParaRPr lang="en-US" dirty="0"/>
          </a:p>
          <a:p>
            <a:r>
              <a:rPr lang="en-US"/>
              <a:t>Mais-valia do produto</a:t>
            </a:r>
            <a:endParaRPr lang="en-US" dirty="0"/>
          </a:p>
          <a:p>
            <a:r>
              <a:rPr lang="en-US"/>
              <a:t>Seguranca compartilhada entre equipas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5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2151-A88E-C721-D89E-ADF55497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Principios de DevSecOps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3A77-AD79-777A-9B2D-CDF7E4BB3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Automacoes de tarefas</a:t>
            </a:r>
          </a:p>
          <a:p>
            <a:r>
              <a:rPr lang="en-US"/>
              <a:t>Colaboracao e comunicacao</a:t>
            </a:r>
          </a:p>
          <a:p>
            <a:r>
              <a:rPr lang="en-US"/>
              <a:t>Visibilidade do ambiente e monitorizacao</a:t>
            </a:r>
          </a:p>
          <a:p>
            <a:r>
              <a:rPr lang="en-US"/>
              <a:t>Educacao e treinamento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55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2CFA-1402-0158-A7BC-B059D163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Comecando com DevSecOps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C60B-E8CE-C554-F230-AFD34D3F4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1 – Faca uma auditoria de como sua empresa implementa DevSecOps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Identifique se ha ou nao ha controlos de seguranca ja implementados (praticas, ferramentas e oportunidades de melhoria)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Entenda como as aplicacoes sao desenvolvidas e colocadas em producao e o que seria necessario para implemetar/melhorar esse processo</a:t>
            </a:r>
          </a:p>
          <a:p>
            <a:pPr marL="0" indent="0">
              <a:buNone/>
            </a:pPr>
            <a:r>
              <a:rPr lang="en-US" dirty="0"/>
              <a:t>Isso ajudara a entender o cenario atual e tracar objetivos a curto, </a:t>
            </a:r>
            <a:r>
              <a:rPr lang="en-US"/>
              <a:t>medio e longo prazo.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50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A3416-1680-857C-FC1E-203B14A2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Comecando DevSecOps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4B59-060C-49F9-79C8-D94B8B1E8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2 – Comece aos poucos e va melhorando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Implemente em pequenos projetos ou projetos pilotos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Foque em um ou dois controlos de seguranca, preferencialmente os que estao no comeco do SDLC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Aprenda com o processo o que pode ser melhorado e/ou adaptado e expanda para outros projetos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 isso voce consegue iniciar a implementacao de DevSecOps aos poucos e expandir de maneira segura e assim, ganhar </a:t>
            </a:r>
            <a:r>
              <a:rPr lang="en-US"/>
              <a:t>maturidade de seguranca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97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28EE-9E44-ADE5-CC10-0370A29A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Comecando DevSecOps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D15C6-C4B3-48D0-9FE1-3D81FECAC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3 – Promova a "Cultura de seguranca"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Explique a equipa a motivacao de se ter DevSecOps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Encoraje o compartilhamento de responsabilidade e seguranca proativa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Inclua seguranca nos objetivos das equipas e revisao de performance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Inclua Key Performance Indicators (KPI's) nas metricas da equipa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072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47208-02F2-B99F-4BAA-F649557A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26B8-F69C-F063-5F09-A0963E49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Comecando DevSecOps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60B13-3C83-AE7D-59E8-EC2028B4F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4– Automacoes do principio ao fim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Integre ferramentas de seguranca aos pipelines de CI/CD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Automatize o scan de vulnerabilidades, checagem de dependencias e requisitos de compliance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Tenha um processo que garanta a revisao periodica dessas automacoes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97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E3A2-810D-3F1A-2BC6-E90E5231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Exemplos de ferramentas para CI/CD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CAB9-1230-E9ED-D448-7C659E459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SAST:</a:t>
            </a:r>
            <a:r>
              <a:rPr lang="en-US">
                <a:ea typeface="+mn-lt"/>
                <a:cs typeface="+mn-lt"/>
              </a:rPr>
              <a:t> SonarQube, Checkmarx, Fortify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DAST:</a:t>
            </a:r>
            <a:r>
              <a:rPr lang="en-US">
                <a:ea typeface="+mn-lt"/>
                <a:cs typeface="+mn-lt"/>
              </a:rPr>
              <a:t> OWASP ZAP, Burp Suite, Acunetix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SCA:</a:t>
            </a:r>
            <a:r>
              <a:rPr lang="en-US">
                <a:ea typeface="+mn-lt"/>
                <a:cs typeface="+mn-lt"/>
              </a:rPr>
              <a:t> Snyk, Dependabot, Nexus Lifecycle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IaC Security:</a:t>
            </a:r>
            <a:r>
              <a:rPr lang="en-US">
                <a:ea typeface="+mn-lt"/>
                <a:cs typeface="+mn-lt"/>
              </a:rPr>
              <a:t> Bridgecrew, Checkov, Terrascan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Container Security:</a:t>
            </a:r>
            <a:r>
              <a:rPr lang="en-US">
                <a:ea typeface="+mn-lt"/>
                <a:cs typeface="+mn-lt"/>
              </a:rPr>
              <a:t> Aqua Security, Twistlock (Palo Alto Networks), Clair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Cloud Security Posture Management (CSPM):</a:t>
            </a:r>
            <a:r>
              <a:rPr lang="en-US">
                <a:ea typeface="+mn-lt"/>
                <a:cs typeface="+mn-lt"/>
              </a:rPr>
              <a:t> Prisma Cloud, Lacework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CI/CD:</a:t>
            </a:r>
            <a:r>
              <a:rPr lang="en-US">
                <a:ea typeface="+mn-lt"/>
                <a:cs typeface="+mn-lt"/>
              </a:rPr>
              <a:t> Jenkins, GitLab CI, GitHub Actions, Azure DevOps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862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3E1D-C4F9-2635-1CE7-B9AEF79E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Desafios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23767-A7A5-ADBB-2225-1A032F96B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Resistencia cultural: Superar a ideia de que seguranca e responsabilidade de uma equipa</a:t>
            </a:r>
          </a:p>
          <a:p>
            <a:r>
              <a:rPr lang="en-US"/>
              <a:t>Ferramentas e integracoes: Definir quais ferramentas fazem sentido na sua empresa e intrega-las</a:t>
            </a:r>
            <a:endParaRPr lang="en-US" dirty="0"/>
          </a:p>
          <a:p>
            <a:r>
              <a:rPr lang="en-US"/>
              <a:t>Falsos-positivos: Ferramentas muitas vezes precisam de </a:t>
            </a:r>
            <a:r>
              <a:rPr lang="en-US" i="1"/>
              <a:t>tunning </a:t>
            </a:r>
            <a:r>
              <a:rPr lang="en-US"/>
              <a:t>para nao identificarem muitos falsos positivos</a:t>
            </a:r>
          </a:p>
          <a:p>
            <a:r>
              <a:rPr lang="en-US"/>
              <a:t>Falta de skill: E necessario treinar os desenvolvedores e time de operacoes em conceitos de seguranca e DevSecOps</a:t>
            </a:r>
          </a:p>
          <a:p>
            <a:r>
              <a:rPr lang="en-US"/>
              <a:t>Medir a maturidade: E necessario criar metricas para acompanhar a evolucao do processo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912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7913-77D6-4EEC-1DE0-69ADDA9B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D953-278D-EF4D-F60A-0051529F0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DevSecOps e um processo continuo</a:t>
            </a:r>
          </a:p>
          <a:p>
            <a:r>
              <a:rPr lang="en-US"/>
              <a:t>Seguranca e uma responsabilidade de todos</a:t>
            </a:r>
          </a:p>
          <a:p>
            <a:r>
              <a:rPr lang="en-US"/>
              <a:t>Promova a cultura de automacao e colaboracao</a:t>
            </a:r>
          </a:p>
          <a:p>
            <a:r>
              <a:rPr lang="en-US"/>
              <a:t>Comece devagar, analise e expanda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40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559E-597B-61EC-A7D3-30082ACF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18358-54AF-07BE-9719-A6CB74B47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Thanks 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96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A64B-FD99-6976-6BC5-72FB010C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53EAE-E5FD-0992-84CC-BF5BC4CF3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https://owasp.org/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https://nvlpubs.nist.gov/nistpubs/SpecialPublications/NIST.SP.800-204D.pdf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https://www.splunk.com/en_us/blog/learn/devsecops-concepts-principles.html</a:t>
            </a:r>
          </a:p>
          <a:p>
            <a:r>
              <a:rPr lang="en-US" dirty="0">
                <a:ea typeface="+mn-lt"/>
                <a:cs typeface="+mn-lt"/>
                <a:hlinkClick r:id="rId5"/>
              </a:rPr>
              <a:t>https://cloudsecurityalliance.org/</a:t>
            </a:r>
          </a:p>
          <a:p>
            <a:r>
              <a:rPr lang="en-US" dirty="0">
                <a:ea typeface="+mn-lt"/>
                <a:cs typeface="+mn-lt"/>
              </a:rPr>
              <a:t>https://dodcio.defense.gov/Portals/0/Documents/DoD%20Enterprise%20DevSecOps%20Reference%20Design%20v1.0_Public%20Release.pdf?ver=2019-09-26-115824-583</a:t>
            </a:r>
          </a:p>
        </p:txBody>
      </p:sp>
    </p:spTree>
    <p:extLst>
      <p:ext uri="{BB962C8B-B14F-4D97-AF65-F5344CB8AC3E}">
        <p14:creationId xmlns:p14="http://schemas.microsoft.com/office/powerpoint/2010/main" val="98863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DevSecOps</vt:lpstr>
      <vt:lpstr>Agenda</vt:lpstr>
      <vt:lpstr>O que e DevSecOps ?</vt:lpstr>
      <vt:lpstr>O que e DevSecOps ?</vt:lpstr>
      <vt:lpstr>O que e DevSecOps ?</vt:lpstr>
      <vt:lpstr>Importancia do DevSecOps</vt:lpstr>
      <vt:lpstr>Principios de DevSecOps</vt:lpstr>
      <vt:lpstr>Comecando com DevSecOps</vt:lpstr>
      <vt:lpstr>Comecando DevSecOps</vt:lpstr>
      <vt:lpstr>Comecando DevSecOps</vt:lpstr>
      <vt:lpstr>Comecando DevSecOps</vt:lpstr>
      <vt:lpstr>Exemplos de ferramentas para CI/CD</vt:lpstr>
      <vt:lpstr>Desafios</vt:lpstr>
      <vt:lpstr>Conclusoes</vt:lpstr>
      <vt:lpstr>Q&amp;A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335</cp:revision>
  <dcterms:created xsi:type="dcterms:W3CDTF">2025-07-02T15:33:48Z</dcterms:created>
  <dcterms:modified xsi:type="dcterms:W3CDTF">2025-07-02T20:15:46Z</dcterms:modified>
</cp:coreProperties>
</file>