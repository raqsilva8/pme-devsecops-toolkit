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71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5D96A5-4420-5B60-A853-996376089633}" v="290" dt="2025-07-06T19:01:56.80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quel Dos Santos Silva" userId="S::1242205@isep.ipp.pt::8ae1d8f1-1968-441a-92f3-17e17a526773" providerId="AD" clId="Web-{205D96A5-4420-5B60-A853-996376089633}"/>
    <pc:docChg chg="modSld">
      <pc:chgData name="Raquel Dos Santos Silva" userId="S::1242205@isep.ipp.pt::8ae1d8f1-1968-441a-92f3-17e17a526773" providerId="AD" clId="Web-{205D96A5-4420-5B60-A853-996376089633}" dt="2025-07-06T19:01:56.804" v="272" actId="20577"/>
      <pc:docMkLst>
        <pc:docMk/>
      </pc:docMkLst>
      <pc:sldChg chg="modSp">
        <pc:chgData name="Raquel Dos Santos Silva" userId="S::1242205@isep.ipp.pt::8ae1d8f1-1968-441a-92f3-17e17a526773" providerId="AD" clId="Web-{205D96A5-4420-5B60-A853-996376089633}" dt="2025-07-06T19:00:49.849" v="253" actId="20577"/>
        <pc:sldMkLst>
          <pc:docMk/>
          <pc:sldMk cId="109857222" sldId="256"/>
        </pc:sldMkLst>
        <pc:spChg chg="mod">
          <ac:chgData name="Raquel Dos Santos Silva" userId="S::1242205@isep.ipp.pt::8ae1d8f1-1968-441a-92f3-17e17a526773" providerId="AD" clId="Web-{205D96A5-4420-5B60-A853-996376089633}" dt="2025-07-06T19:00:49.849" v="253" actId="20577"/>
          <ac:spMkLst>
            <pc:docMk/>
            <pc:sldMk cId="109857222" sldId="256"/>
            <ac:spMk id="3" creationId="{00000000-0000-0000-0000-000000000000}"/>
          </ac:spMkLst>
        </pc:spChg>
      </pc:sldChg>
      <pc:sldChg chg="modSp">
        <pc:chgData name="Raquel Dos Santos Silva" userId="S::1242205@isep.ipp.pt::8ae1d8f1-1968-441a-92f3-17e17a526773" providerId="AD" clId="Web-{205D96A5-4420-5B60-A853-996376089633}" dt="2025-07-06T18:45:47.385" v="17" actId="20577"/>
        <pc:sldMkLst>
          <pc:docMk/>
          <pc:sldMk cId="3209257658" sldId="257"/>
        </pc:sldMkLst>
        <pc:spChg chg="mod">
          <ac:chgData name="Raquel Dos Santos Silva" userId="S::1242205@isep.ipp.pt::8ae1d8f1-1968-441a-92f3-17e17a526773" providerId="AD" clId="Web-{205D96A5-4420-5B60-A853-996376089633}" dt="2025-07-06T18:45:47.385" v="17" actId="20577"/>
          <ac:spMkLst>
            <pc:docMk/>
            <pc:sldMk cId="3209257658" sldId="257"/>
            <ac:spMk id="3" creationId="{36075547-0C4A-C80B-781E-54C9AAA39A9D}"/>
          </ac:spMkLst>
        </pc:spChg>
      </pc:sldChg>
      <pc:sldChg chg="modSp">
        <pc:chgData name="Raquel Dos Santos Silva" userId="S::1242205@isep.ipp.pt::8ae1d8f1-1968-441a-92f3-17e17a526773" providerId="AD" clId="Web-{205D96A5-4420-5B60-A853-996376089633}" dt="2025-07-06T18:46:07.903" v="26" actId="20577"/>
        <pc:sldMkLst>
          <pc:docMk/>
          <pc:sldMk cId="2792781745" sldId="258"/>
        </pc:sldMkLst>
        <pc:spChg chg="mod">
          <ac:chgData name="Raquel Dos Santos Silva" userId="S::1242205@isep.ipp.pt::8ae1d8f1-1968-441a-92f3-17e17a526773" providerId="AD" clId="Web-{205D96A5-4420-5B60-A853-996376089633}" dt="2025-07-06T18:46:07.903" v="26" actId="20577"/>
          <ac:spMkLst>
            <pc:docMk/>
            <pc:sldMk cId="2792781745" sldId="258"/>
            <ac:spMk id="2" creationId="{F67BFA14-A75C-D9FD-188D-24C8FDFD684B}"/>
          </ac:spMkLst>
        </pc:spChg>
        <pc:spChg chg="mod">
          <ac:chgData name="Raquel Dos Santos Silva" userId="S::1242205@isep.ipp.pt::8ae1d8f1-1968-441a-92f3-17e17a526773" providerId="AD" clId="Web-{205D96A5-4420-5B60-A853-996376089633}" dt="2025-07-06T18:45:59.793" v="23" actId="20577"/>
          <ac:spMkLst>
            <pc:docMk/>
            <pc:sldMk cId="2792781745" sldId="258"/>
            <ac:spMk id="3" creationId="{25092A66-04B2-51D2-DD74-0BCF94E04CA7}"/>
          </ac:spMkLst>
        </pc:spChg>
      </pc:sldChg>
      <pc:sldChg chg="modSp">
        <pc:chgData name="Raquel Dos Santos Silva" userId="S::1242205@isep.ipp.pt::8ae1d8f1-1968-441a-92f3-17e17a526773" providerId="AD" clId="Web-{205D96A5-4420-5B60-A853-996376089633}" dt="2025-07-06T19:01:56.804" v="272" actId="20577"/>
        <pc:sldMkLst>
          <pc:docMk/>
          <pc:sldMk cId="3409651929" sldId="259"/>
        </pc:sldMkLst>
        <pc:spChg chg="mod">
          <ac:chgData name="Raquel Dos Santos Silva" userId="S::1242205@isep.ipp.pt::8ae1d8f1-1968-441a-92f3-17e17a526773" providerId="AD" clId="Web-{205D96A5-4420-5B60-A853-996376089633}" dt="2025-07-06T18:46:17.325" v="28" actId="20577"/>
          <ac:spMkLst>
            <pc:docMk/>
            <pc:sldMk cId="3409651929" sldId="259"/>
            <ac:spMk id="2" creationId="{9180F38A-A5BE-76D8-1CE4-CD76AEE325FA}"/>
          </ac:spMkLst>
        </pc:spChg>
        <pc:spChg chg="mod">
          <ac:chgData name="Raquel Dos Santos Silva" userId="S::1242205@isep.ipp.pt::8ae1d8f1-1968-441a-92f3-17e17a526773" providerId="AD" clId="Web-{205D96A5-4420-5B60-A853-996376089633}" dt="2025-07-06T19:01:56.804" v="272" actId="20577"/>
          <ac:spMkLst>
            <pc:docMk/>
            <pc:sldMk cId="3409651929" sldId="259"/>
            <ac:spMk id="3" creationId="{E710BBF4-2EE9-81AF-C1C1-9CFD64F8B687}"/>
          </ac:spMkLst>
        </pc:spChg>
      </pc:sldChg>
      <pc:sldChg chg="modSp">
        <pc:chgData name="Raquel Dos Santos Silva" userId="S::1242205@isep.ipp.pt::8ae1d8f1-1968-441a-92f3-17e17a526773" providerId="AD" clId="Web-{205D96A5-4420-5B60-A853-996376089633}" dt="2025-07-06T18:50:16.849" v="55" actId="20577"/>
        <pc:sldMkLst>
          <pc:docMk/>
          <pc:sldMk cId="3224556504" sldId="260"/>
        </pc:sldMkLst>
        <pc:spChg chg="mod">
          <ac:chgData name="Raquel Dos Santos Silva" userId="S::1242205@isep.ipp.pt::8ae1d8f1-1968-441a-92f3-17e17a526773" providerId="AD" clId="Web-{205D96A5-4420-5B60-A853-996376089633}" dt="2025-07-06T18:48:37.752" v="30" actId="20577"/>
          <ac:spMkLst>
            <pc:docMk/>
            <pc:sldMk cId="3224556504" sldId="260"/>
            <ac:spMk id="2" creationId="{92097F3D-5B06-AC0E-9CA7-94557C1C6B00}"/>
          </ac:spMkLst>
        </pc:spChg>
        <pc:spChg chg="mod">
          <ac:chgData name="Raquel Dos Santos Silva" userId="S::1242205@isep.ipp.pt::8ae1d8f1-1968-441a-92f3-17e17a526773" providerId="AD" clId="Web-{205D96A5-4420-5B60-A853-996376089633}" dt="2025-07-06T18:50:16.849" v="55" actId="20577"/>
          <ac:spMkLst>
            <pc:docMk/>
            <pc:sldMk cId="3224556504" sldId="260"/>
            <ac:spMk id="3" creationId="{7B7DB22D-0DED-9511-8D16-01CA55990E58}"/>
          </ac:spMkLst>
        </pc:spChg>
      </pc:sldChg>
      <pc:sldChg chg="modSp">
        <pc:chgData name="Raquel Dos Santos Silva" userId="S::1242205@isep.ipp.pt::8ae1d8f1-1968-441a-92f3-17e17a526773" providerId="AD" clId="Web-{205D96A5-4420-5B60-A853-996376089633}" dt="2025-07-06T18:51:25.931" v="71" actId="20577"/>
        <pc:sldMkLst>
          <pc:docMk/>
          <pc:sldMk cId="3142556595" sldId="261"/>
        </pc:sldMkLst>
        <pc:spChg chg="mod">
          <ac:chgData name="Raquel Dos Santos Silva" userId="S::1242205@isep.ipp.pt::8ae1d8f1-1968-441a-92f3-17e17a526773" providerId="AD" clId="Web-{205D96A5-4420-5B60-A853-996376089633}" dt="2025-07-06T18:51:25.931" v="71" actId="20577"/>
          <ac:spMkLst>
            <pc:docMk/>
            <pc:sldMk cId="3142556595" sldId="261"/>
            <ac:spMk id="2" creationId="{91962151-A88E-C721-D89E-ADF55497B811}"/>
          </ac:spMkLst>
        </pc:spChg>
        <pc:spChg chg="mod">
          <ac:chgData name="Raquel Dos Santos Silva" userId="S::1242205@isep.ipp.pt::8ae1d8f1-1968-441a-92f3-17e17a526773" providerId="AD" clId="Web-{205D96A5-4420-5B60-A853-996376089633}" dt="2025-07-06T18:51:22.556" v="68" actId="20577"/>
          <ac:spMkLst>
            <pc:docMk/>
            <pc:sldMk cId="3142556595" sldId="261"/>
            <ac:spMk id="3" creationId="{A4833A77-AD79-777A-9B2D-CDF7E4BB366A}"/>
          </ac:spMkLst>
        </pc:spChg>
      </pc:sldChg>
      <pc:sldChg chg="modSp">
        <pc:chgData name="Raquel Dos Santos Silva" userId="S::1242205@isep.ipp.pt::8ae1d8f1-1968-441a-92f3-17e17a526773" providerId="AD" clId="Web-{205D96A5-4420-5B60-A853-996376089633}" dt="2025-07-06T18:53:32.998" v="115" actId="20577"/>
        <pc:sldMkLst>
          <pc:docMk/>
          <pc:sldMk cId="1554750443" sldId="262"/>
        </pc:sldMkLst>
        <pc:spChg chg="mod">
          <ac:chgData name="Raquel Dos Santos Silva" userId="S::1242205@isep.ipp.pt::8ae1d8f1-1968-441a-92f3-17e17a526773" providerId="AD" clId="Web-{205D96A5-4420-5B60-A853-996376089633}" dt="2025-07-06T18:51:32.369" v="73" actId="20577"/>
          <ac:spMkLst>
            <pc:docMk/>
            <pc:sldMk cId="1554750443" sldId="262"/>
            <ac:spMk id="2" creationId="{F4912CFA-1402-0158-A7BC-B059D1634650}"/>
          </ac:spMkLst>
        </pc:spChg>
        <pc:spChg chg="mod">
          <ac:chgData name="Raquel Dos Santos Silva" userId="S::1242205@isep.ipp.pt::8ae1d8f1-1968-441a-92f3-17e17a526773" providerId="AD" clId="Web-{205D96A5-4420-5B60-A853-996376089633}" dt="2025-07-06T18:53:32.998" v="115" actId="20577"/>
          <ac:spMkLst>
            <pc:docMk/>
            <pc:sldMk cId="1554750443" sldId="262"/>
            <ac:spMk id="3" creationId="{9ABFC60B-E8CE-C554-F230-AFD34D3F421A}"/>
          </ac:spMkLst>
        </pc:spChg>
      </pc:sldChg>
      <pc:sldChg chg="modSp">
        <pc:chgData name="Raquel Dos Santos Silva" userId="S::1242205@isep.ipp.pt::8ae1d8f1-1968-441a-92f3-17e17a526773" providerId="AD" clId="Web-{205D96A5-4420-5B60-A853-996376089633}" dt="2025-07-06T18:55:51.722" v="134" actId="20577"/>
        <pc:sldMkLst>
          <pc:docMk/>
          <pc:sldMk cId="856971220" sldId="263"/>
        </pc:sldMkLst>
        <pc:spChg chg="mod">
          <ac:chgData name="Raquel Dos Santos Silva" userId="S::1242205@isep.ipp.pt::8ae1d8f1-1968-441a-92f3-17e17a526773" providerId="AD" clId="Web-{205D96A5-4420-5B60-A853-996376089633}" dt="2025-07-06T18:53:41.608" v="118" actId="20577"/>
          <ac:spMkLst>
            <pc:docMk/>
            <pc:sldMk cId="856971220" sldId="263"/>
            <ac:spMk id="2" creationId="{479A3416-1680-857C-FC1E-203B14A24474}"/>
          </ac:spMkLst>
        </pc:spChg>
        <pc:spChg chg="mod">
          <ac:chgData name="Raquel Dos Santos Silva" userId="S::1242205@isep.ipp.pt::8ae1d8f1-1968-441a-92f3-17e17a526773" providerId="AD" clId="Web-{205D96A5-4420-5B60-A853-996376089633}" dt="2025-07-06T18:55:51.722" v="134" actId="20577"/>
          <ac:spMkLst>
            <pc:docMk/>
            <pc:sldMk cId="856971220" sldId="263"/>
            <ac:spMk id="3" creationId="{61874B59-060C-49F9-79C8-D94B8B1E8B76}"/>
          </ac:spMkLst>
        </pc:spChg>
      </pc:sldChg>
      <pc:sldChg chg="modSp">
        <pc:chgData name="Raquel Dos Santos Silva" userId="S::1242205@isep.ipp.pt::8ae1d8f1-1968-441a-92f3-17e17a526773" providerId="AD" clId="Web-{205D96A5-4420-5B60-A853-996376089633}" dt="2025-07-06T18:56:52.965" v="162" actId="20577"/>
        <pc:sldMkLst>
          <pc:docMk/>
          <pc:sldMk cId="1607072836" sldId="264"/>
        </pc:sldMkLst>
        <pc:spChg chg="mod">
          <ac:chgData name="Raquel Dos Santos Silva" userId="S::1242205@isep.ipp.pt::8ae1d8f1-1968-441a-92f3-17e17a526773" providerId="AD" clId="Web-{205D96A5-4420-5B60-A853-996376089633}" dt="2025-07-06T18:56:03.769" v="137" actId="20577"/>
          <ac:spMkLst>
            <pc:docMk/>
            <pc:sldMk cId="1607072836" sldId="264"/>
            <ac:spMk id="2" creationId="{808228EE-9E44-ADE5-CC10-0370A29A6B28}"/>
          </ac:spMkLst>
        </pc:spChg>
        <pc:spChg chg="mod">
          <ac:chgData name="Raquel Dos Santos Silva" userId="S::1242205@isep.ipp.pt::8ae1d8f1-1968-441a-92f3-17e17a526773" providerId="AD" clId="Web-{205D96A5-4420-5B60-A853-996376089633}" dt="2025-07-06T18:56:52.965" v="162" actId="20577"/>
          <ac:spMkLst>
            <pc:docMk/>
            <pc:sldMk cId="1607072836" sldId="264"/>
            <ac:spMk id="3" creationId="{57AD15C6-C4B3-48D0-9FE1-3D81FECAC321}"/>
          </ac:spMkLst>
        </pc:spChg>
      </pc:sldChg>
      <pc:sldChg chg="modSp">
        <pc:chgData name="Raquel Dos Santos Silva" userId="S::1242205@isep.ipp.pt::8ae1d8f1-1968-441a-92f3-17e17a526773" providerId="AD" clId="Web-{205D96A5-4420-5B60-A853-996376089633}" dt="2025-07-06T18:58:00.639" v="188" actId="20577"/>
        <pc:sldMkLst>
          <pc:docMk/>
          <pc:sldMk cId="2254297505" sldId="265"/>
        </pc:sldMkLst>
        <pc:spChg chg="mod">
          <ac:chgData name="Raquel Dos Santos Silva" userId="S::1242205@isep.ipp.pt::8ae1d8f1-1968-441a-92f3-17e17a526773" providerId="AD" clId="Web-{205D96A5-4420-5B60-A853-996376089633}" dt="2025-07-06T18:57:09.371" v="170" actId="20577"/>
          <ac:spMkLst>
            <pc:docMk/>
            <pc:sldMk cId="2254297505" sldId="265"/>
            <ac:spMk id="2" creationId="{DB4926B8-F69C-F063-5F09-A0963E49F376}"/>
          </ac:spMkLst>
        </pc:spChg>
        <pc:spChg chg="mod">
          <ac:chgData name="Raquel Dos Santos Silva" userId="S::1242205@isep.ipp.pt::8ae1d8f1-1968-441a-92f3-17e17a526773" providerId="AD" clId="Web-{205D96A5-4420-5B60-A853-996376089633}" dt="2025-07-06T18:58:00.639" v="188" actId="20577"/>
          <ac:spMkLst>
            <pc:docMk/>
            <pc:sldMk cId="2254297505" sldId="265"/>
            <ac:spMk id="3" creationId="{74560B13-3C83-AE7D-59E8-EC2028B4FB6E}"/>
          </ac:spMkLst>
        </pc:spChg>
      </pc:sldChg>
      <pc:sldChg chg="modSp">
        <pc:chgData name="Raquel Dos Santos Silva" userId="S::1242205@isep.ipp.pt::8ae1d8f1-1968-441a-92f3-17e17a526773" providerId="AD" clId="Web-{205D96A5-4420-5B60-A853-996376089633}" dt="2025-07-06T18:59:43.862" v="232" actId="20577"/>
        <pc:sldMkLst>
          <pc:docMk/>
          <pc:sldMk cId="1316912185" sldId="267"/>
        </pc:sldMkLst>
        <pc:spChg chg="mod">
          <ac:chgData name="Raquel Dos Santos Silva" userId="S::1242205@isep.ipp.pt::8ae1d8f1-1968-441a-92f3-17e17a526773" providerId="AD" clId="Web-{205D96A5-4420-5B60-A853-996376089633}" dt="2025-07-06T18:59:43.862" v="232" actId="20577"/>
          <ac:spMkLst>
            <pc:docMk/>
            <pc:sldMk cId="1316912185" sldId="267"/>
            <ac:spMk id="3" creationId="{FC123767-A7A5-ADBB-2225-1A032F96B99B}"/>
          </ac:spMkLst>
        </pc:spChg>
      </pc:sldChg>
      <pc:sldChg chg="modSp">
        <pc:chgData name="Raquel Dos Santos Silva" userId="S::1242205@isep.ipp.pt::8ae1d8f1-1968-441a-92f3-17e17a526773" providerId="AD" clId="Web-{205D96A5-4420-5B60-A853-996376089633}" dt="2025-07-06T19:00:19.723" v="246" actId="20577"/>
        <pc:sldMkLst>
          <pc:docMk/>
          <pc:sldMk cId="376740797" sldId="268"/>
        </pc:sldMkLst>
        <pc:spChg chg="mod">
          <ac:chgData name="Raquel Dos Santos Silva" userId="S::1242205@isep.ipp.pt::8ae1d8f1-1968-441a-92f3-17e17a526773" providerId="AD" clId="Web-{205D96A5-4420-5B60-A853-996376089633}" dt="2025-07-06T18:59:57.112" v="235" actId="20577"/>
          <ac:spMkLst>
            <pc:docMk/>
            <pc:sldMk cId="376740797" sldId="268"/>
            <ac:spMk id="2" creationId="{3BAE7913-77D6-4EEC-1DE0-69ADDA9B43E6}"/>
          </ac:spMkLst>
        </pc:spChg>
        <pc:spChg chg="mod">
          <ac:chgData name="Raquel Dos Santos Silva" userId="S::1242205@isep.ipp.pt::8ae1d8f1-1968-441a-92f3-17e17a526773" providerId="AD" clId="Web-{205D96A5-4420-5B60-A853-996376089633}" dt="2025-07-06T19:00:19.723" v="246" actId="20577"/>
          <ac:spMkLst>
            <pc:docMk/>
            <pc:sldMk cId="376740797" sldId="268"/>
            <ac:spMk id="3" creationId="{55A6D953-278D-EF4D-F60A-0051529F009F}"/>
          </ac:spMkLst>
        </pc:spChg>
      </pc:sldChg>
      <pc:sldChg chg="modSp">
        <pc:chgData name="Raquel Dos Santos Silva" userId="S::1242205@isep.ipp.pt::8ae1d8f1-1968-441a-92f3-17e17a526773" providerId="AD" clId="Web-{205D96A5-4420-5B60-A853-996376089633}" dt="2025-07-06T19:00:26.613" v="248" actId="20577"/>
        <pc:sldMkLst>
          <pc:docMk/>
          <pc:sldMk cId="988637623" sldId="270"/>
        </pc:sldMkLst>
        <pc:spChg chg="mod">
          <ac:chgData name="Raquel Dos Santos Silva" userId="S::1242205@isep.ipp.pt::8ae1d8f1-1968-441a-92f3-17e17a526773" providerId="AD" clId="Web-{205D96A5-4420-5B60-A853-996376089633}" dt="2025-07-06T19:00:26.613" v="248" actId="20577"/>
          <ac:spMkLst>
            <pc:docMk/>
            <pc:sldMk cId="988637623" sldId="270"/>
            <ac:spMk id="2" creationId="{4EA5A64B-FD99-6976-6BC5-72FB010C3E25}"/>
          </ac:spMkLst>
        </pc:spChg>
      </pc:sldChg>
      <pc:sldChg chg="modSp">
        <pc:chgData name="Raquel Dos Santos Silva" userId="S::1242205@isep.ipp.pt::8ae1d8f1-1968-441a-92f3-17e17a526773" providerId="AD" clId="Web-{205D96A5-4420-5B60-A853-996376089633}" dt="2025-07-06T18:46:04.277" v="24" actId="20577"/>
        <pc:sldMkLst>
          <pc:docMk/>
          <pc:sldMk cId="3300176967" sldId="271"/>
        </pc:sldMkLst>
        <pc:spChg chg="mod">
          <ac:chgData name="Raquel Dos Santos Silva" userId="S::1242205@isep.ipp.pt::8ae1d8f1-1968-441a-92f3-17e17a526773" providerId="AD" clId="Web-{205D96A5-4420-5B60-A853-996376089633}" dt="2025-07-06T18:46:04.277" v="24" actId="20577"/>
          <ac:spMkLst>
            <pc:docMk/>
            <pc:sldMk cId="3300176967" sldId="271"/>
            <ac:spMk id="2" creationId="{8A4C7159-9E88-DAA8-5FB3-3FB0B7A793B5}"/>
          </ac:spMkLst>
        </pc:spChg>
      </pc:sldChg>
    </pc:docChg>
  </pc:docChgLst>
  <pc:docChgLst>
    <pc:chgData name="Vitor Domingues Ribeiro" userId="S::1242206@isep.ipp.pt::52a0b6ee-c18d-477f-9954-7fc582fc1887" providerId="AD" clId="Web-{C10E5838-48E7-69F5-0991-9833C58C8B39}"/>
    <pc:docChg chg="addSld modSld">
      <pc:chgData name="Vitor Domingues Ribeiro" userId="S::1242206@isep.ipp.pt::52a0b6ee-c18d-477f-9954-7fc582fc1887" providerId="AD" clId="Web-{C10E5838-48E7-69F5-0991-9833C58C8B39}" dt="2025-07-02T20:15:37.897" v="2395" actId="20577"/>
      <pc:docMkLst>
        <pc:docMk/>
      </pc:docMkLst>
      <pc:sldChg chg="modSp">
        <pc:chgData name="Vitor Domingues Ribeiro" userId="S::1242206@isep.ipp.pt::52a0b6ee-c18d-477f-9954-7fc582fc1887" providerId="AD" clId="Web-{C10E5838-48E7-69F5-0991-9833C58C8B39}" dt="2025-07-02T18:47:04.309" v="89" actId="20577"/>
        <pc:sldMkLst>
          <pc:docMk/>
          <pc:sldMk cId="109857222" sldId="256"/>
        </pc:sldMkLst>
        <pc:spChg chg="mod">
          <ac:chgData name="Vitor Domingues Ribeiro" userId="S::1242206@isep.ipp.pt::52a0b6ee-c18d-477f-9954-7fc582fc1887" providerId="AD" clId="Web-{C10E5838-48E7-69F5-0991-9833C58C8B39}" dt="2025-07-02T18:38:39.184" v="5" actId="20577"/>
          <ac:spMkLst>
            <pc:docMk/>
            <pc:sldMk cId="109857222" sldId="256"/>
            <ac:spMk id="2" creationId="{00000000-0000-0000-0000-000000000000}"/>
          </ac:spMkLst>
        </pc:spChg>
        <pc:spChg chg="mod">
          <ac:chgData name="Vitor Domingues Ribeiro" userId="S::1242206@isep.ipp.pt::52a0b6ee-c18d-477f-9954-7fc582fc1887" providerId="AD" clId="Web-{C10E5838-48E7-69F5-0991-9833C58C8B39}" dt="2025-07-02T18:47:04.309" v="89" actId="20577"/>
          <ac:spMkLst>
            <pc:docMk/>
            <pc:sldMk cId="109857222" sldId="256"/>
            <ac:spMk id="3" creationId="{00000000-0000-0000-0000-000000000000}"/>
          </ac:spMkLst>
        </pc:spChg>
      </pc:sldChg>
      <pc:sldChg chg="modSp new">
        <pc:chgData name="Vitor Domingues Ribeiro" userId="S::1242206@isep.ipp.pt::52a0b6ee-c18d-477f-9954-7fc582fc1887" providerId="AD" clId="Web-{C10E5838-48E7-69F5-0991-9833C58C8B39}" dt="2025-07-02T19:36:05.545" v="2360" actId="20577"/>
        <pc:sldMkLst>
          <pc:docMk/>
          <pc:sldMk cId="3209257658" sldId="257"/>
        </pc:sldMkLst>
        <pc:spChg chg="mod">
          <ac:chgData name="Vitor Domingues Ribeiro" userId="S::1242206@isep.ipp.pt::52a0b6ee-c18d-477f-9954-7fc582fc1887" providerId="AD" clId="Web-{C10E5838-48E7-69F5-0991-9833C58C8B39}" dt="2025-07-02T18:47:10.794" v="92" actId="20577"/>
          <ac:spMkLst>
            <pc:docMk/>
            <pc:sldMk cId="3209257658" sldId="257"/>
            <ac:spMk id="2" creationId="{A40133BE-DA41-8E3A-31C3-A268AF682C30}"/>
          </ac:spMkLst>
        </pc:spChg>
        <pc:spChg chg="mod">
          <ac:chgData name="Vitor Domingues Ribeiro" userId="S::1242206@isep.ipp.pt::52a0b6ee-c18d-477f-9954-7fc582fc1887" providerId="AD" clId="Web-{C10E5838-48E7-69F5-0991-9833C58C8B39}" dt="2025-07-02T19:36:05.545" v="2360" actId="20577"/>
          <ac:spMkLst>
            <pc:docMk/>
            <pc:sldMk cId="3209257658" sldId="257"/>
            <ac:spMk id="3" creationId="{36075547-0C4A-C80B-781E-54C9AAA39A9D}"/>
          </ac:spMkLst>
        </pc:spChg>
      </pc:sldChg>
      <pc:sldChg chg="addSp modSp new">
        <pc:chgData name="Vitor Domingues Ribeiro" userId="S::1242206@isep.ipp.pt::52a0b6ee-c18d-477f-9954-7fc582fc1887" providerId="AD" clId="Web-{C10E5838-48E7-69F5-0991-9833C58C8B39}" dt="2025-07-02T20:13:30.440" v="2386" actId="1076"/>
        <pc:sldMkLst>
          <pc:docMk/>
          <pc:sldMk cId="2792781745" sldId="258"/>
        </pc:sldMkLst>
        <pc:spChg chg="mod">
          <ac:chgData name="Vitor Domingues Ribeiro" userId="S::1242206@isep.ipp.pt::52a0b6ee-c18d-477f-9954-7fc582fc1887" providerId="AD" clId="Web-{C10E5838-48E7-69F5-0991-9833C58C8B39}" dt="2025-07-02T18:48:52.034" v="162" actId="20577"/>
          <ac:spMkLst>
            <pc:docMk/>
            <pc:sldMk cId="2792781745" sldId="258"/>
            <ac:spMk id="2" creationId="{F67BFA14-A75C-D9FD-188D-24C8FDFD684B}"/>
          </ac:spMkLst>
        </pc:spChg>
        <pc:spChg chg="mod">
          <ac:chgData name="Vitor Domingues Ribeiro" userId="S::1242206@isep.ipp.pt::52a0b6ee-c18d-477f-9954-7fc582fc1887" providerId="AD" clId="Web-{C10E5838-48E7-69F5-0991-9833C58C8B39}" dt="2025-07-02T18:51:54.498" v="287" actId="20577"/>
          <ac:spMkLst>
            <pc:docMk/>
            <pc:sldMk cId="2792781745" sldId="258"/>
            <ac:spMk id="3" creationId="{25092A66-04B2-51D2-DD74-0BCF94E04CA7}"/>
          </ac:spMkLst>
        </pc:spChg>
        <pc:picChg chg="add mod">
          <ac:chgData name="Vitor Domingues Ribeiro" userId="S::1242206@isep.ipp.pt::52a0b6ee-c18d-477f-9954-7fc582fc1887" providerId="AD" clId="Web-{C10E5838-48E7-69F5-0991-9833C58C8B39}" dt="2025-07-02T20:13:30.440" v="2386" actId="1076"/>
          <ac:picMkLst>
            <pc:docMk/>
            <pc:sldMk cId="2792781745" sldId="258"/>
            <ac:picMk id="4" creationId="{8E85E130-96C0-5653-8B44-D9D198C4DA0B}"/>
          </ac:picMkLst>
        </pc:picChg>
      </pc:sldChg>
      <pc:sldChg chg="modSp add replId">
        <pc:chgData name="Vitor Domingues Ribeiro" userId="S::1242206@isep.ipp.pt::52a0b6ee-c18d-477f-9954-7fc582fc1887" providerId="AD" clId="Web-{C10E5838-48E7-69F5-0991-9833C58C8B39}" dt="2025-07-02T18:57:31.957" v="547" actId="20577"/>
        <pc:sldMkLst>
          <pc:docMk/>
          <pc:sldMk cId="3409651929" sldId="259"/>
        </pc:sldMkLst>
        <pc:spChg chg="mod">
          <ac:chgData name="Vitor Domingues Ribeiro" userId="S::1242206@isep.ipp.pt::52a0b6ee-c18d-477f-9954-7fc582fc1887" providerId="AD" clId="Web-{C10E5838-48E7-69F5-0991-9833C58C8B39}" dt="2025-07-02T18:57:31.957" v="547" actId="20577"/>
          <ac:spMkLst>
            <pc:docMk/>
            <pc:sldMk cId="3409651929" sldId="259"/>
            <ac:spMk id="3" creationId="{E710BBF4-2EE9-81AF-C1C1-9CFD64F8B687}"/>
          </ac:spMkLst>
        </pc:spChg>
      </pc:sldChg>
      <pc:sldChg chg="modSp new">
        <pc:chgData name="Vitor Domingues Ribeiro" userId="S::1242206@isep.ipp.pt::52a0b6ee-c18d-477f-9954-7fc582fc1887" providerId="AD" clId="Web-{C10E5838-48E7-69F5-0991-9833C58C8B39}" dt="2025-07-02T19:01:56.723" v="701" actId="20577"/>
        <pc:sldMkLst>
          <pc:docMk/>
          <pc:sldMk cId="3224556504" sldId="260"/>
        </pc:sldMkLst>
        <pc:spChg chg="mod">
          <ac:chgData name="Vitor Domingues Ribeiro" userId="S::1242206@isep.ipp.pt::52a0b6ee-c18d-477f-9954-7fc582fc1887" providerId="AD" clId="Web-{C10E5838-48E7-69F5-0991-9833C58C8B39}" dt="2025-07-02T18:58:51.993" v="555" actId="20577"/>
          <ac:spMkLst>
            <pc:docMk/>
            <pc:sldMk cId="3224556504" sldId="260"/>
            <ac:spMk id="2" creationId="{92097F3D-5B06-AC0E-9CA7-94557C1C6B00}"/>
          </ac:spMkLst>
        </pc:spChg>
        <pc:spChg chg="mod">
          <ac:chgData name="Vitor Domingues Ribeiro" userId="S::1242206@isep.ipp.pt::52a0b6ee-c18d-477f-9954-7fc582fc1887" providerId="AD" clId="Web-{C10E5838-48E7-69F5-0991-9833C58C8B39}" dt="2025-07-02T19:01:56.723" v="701" actId="20577"/>
          <ac:spMkLst>
            <pc:docMk/>
            <pc:sldMk cId="3224556504" sldId="260"/>
            <ac:spMk id="3" creationId="{7B7DB22D-0DED-9511-8D16-01CA55990E58}"/>
          </ac:spMkLst>
        </pc:spChg>
      </pc:sldChg>
      <pc:sldChg chg="modSp new">
        <pc:chgData name="Vitor Domingues Ribeiro" userId="S::1242206@isep.ipp.pt::52a0b6ee-c18d-477f-9954-7fc582fc1887" providerId="AD" clId="Web-{C10E5838-48E7-69F5-0991-9833C58C8B39}" dt="2025-07-02T19:03:43.136" v="768" actId="20577"/>
        <pc:sldMkLst>
          <pc:docMk/>
          <pc:sldMk cId="3142556595" sldId="261"/>
        </pc:sldMkLst>
        <pc:spChg chg="mod">
          <ac:chgData name="Vitor Domingues Ribeiro" userId="S::1242206@isep.ipp.pt::52a0b6ee-c18d-477f-9954-7fc582fc1887" providerId="AD" clId="Web-{C10E5838-48E7-69F5-0991-9833C58C8B39}" dt="2025-07-02T19:02:42.351" v="715" actId="20577"/>
          <ac:spMkLst>
            <pc:docMk/>
            <pc:sldMk cId="3142556595" sldId="261"/>
            <ac:spMk id="2" creationId="{91962151-A88E-C721-D89E-ADF55497B811}"/>
          </ac:spMkLst>
        </pc:spChg>
        <pc:spChg chg="mod">
          <ac:chgData name="Vitor Domingues Ribeiro" userId="S::1242206@isep.ipp.pt::52a0b6ee-c18d-477f-9954-7fc582fc1887" providerId="AD" clId="Web-{C10E5838-48E7-69F5-0991-9833C58C8B39}" dt="2025-07-02T19:03:43.136" v="768" actId="20577"/>
          <ac:spMkLst>
            <pc:docMk/>
            <pc:sldMk cId="3142556595" sldId="261"/>
            <ac:spMk id="3" creationId="{A4833A77-AD79-777A-9B2D-CDF7E4BB366A}"/>
          </ac:spMkLst>
        </pc:spChg>
      </pc:sldChg>
      <pc:sldChg chg="modSp new">
        <pc:chgData name="Vitor Domingues Ribeiro" userId="S::1242206@isep.ipp.pt::52a0b6ee-c18d-477f-9954-7fc582fc1887" providerId="AD" clId="Web-{C10E5838-48E7-69F5-0991-9833C58C8B39}" dt="2025-07-02T19:08:20.074" v="1024" actId="20577"/>
        <pc:sldMkLst>
          <pc:docMk/>
          <pc:sldMk cId="1554750443" sldId="262"/>
        </pc:sldMkLst>
        <pc:spChg chg="mod">
          <ac:chgData name="Vitor Domingues Ribeiro" userId="S::1242206@isep.ipp.pt::52a0b6ee-c18d-477f-9954-7fc582fc1887" providerId="AD" clId="Web-{C10E5838-48E7-69F5-0991-9833C58C8B39}" dt="2025-07-02T19:04:27.435" v="782" actId="20577"/>
          <ac:spMkLst>
            <pc:docMk/>
            <pc:sldMk cId="1554750443" sldId="262"/>
            <ac:spMk id="2" creationId="{F4912CFA-1402-0158-A7BC-B059D1634650}"/>
          </ac:spMkLst>
        </pc:spChg>
        <pc:spChg chg="mod">
          <ac:chgData name="Vitor Domingues Ribeiro" userId="S::1242206@isep.ipp.pt::52a0b6ee-c18d-477f-9954-7fc582fc1887" providerId="AD" clId="Web-{C10E5838-48E7-69F5-0991-9833C58C8B39}" dt="2025-07-02T19:08:20.074" v="1024" actId="20577"/>
          <ac:spMkLst>
            <pc:docMk/>
            <pc:sldMk cId="1554750443" sldId="262"/>
            <ac:spMk id="3" creationId="{9ABFC60B-E8CE-C554-F230-AFD34D3F421A}"/>
          </ac:spMkLst>
        </pc:spChg>
      </pc:sldChg>
      <pc:sldChg chg="modSp new">
        <pc:chgData name="Vitor Domingues Ribeiro" userId="S::1242206@isep.ipp.pt::52a0b6ee-c18d-477f-9954-7fc582fc1887" providerId="AD" clId="Web-{C10E5838-48E7-69F5-0991-9833C58C8B39}" dt="2025-07-02T19:12:44.559" v="1317" actId="20577"/>
        <pc:sldMkLst>
          <pc:docMk/>
          <pc:sldMk cId="856971220" sldId="263"/>
        </pc:sldMkLst>
        <pc:spChg chg="mod">
          <ac:chgData name="Vitor Domingues Ribeiro" userId="S::1242206@isep.ipp.pt::52a0b6ee-c18d-477f-9954-7fc582fc1887" providerId="AD" clId="Web-{C10E5838-48E7-69F5-0991-9833C58C8B39}" dt="2025-07-02T19:08:37.122" v="1031" actId="20577"/>
          <ac:spMkLst>
            <pc:docMk/>
            <pc:sldMk cId="856971220" sldId="263"/>
            <ac:spMk id="2" creationId="{479A3416-1680-857C-FC1E-203B14A24474}"/>
          </ac:spMkLst>
        </pc:spChg>
        <pc:spChg chg="mod">
          <ac:chgData name="Vitor Domingues Ribeiro" userId="S::1242206@isep.ipp.pt::52a0b6ee-c18d-477f-9954-7fc582fc1887" providerId="AD" clId="Web-{C10E5838-48E7-69F5-0991-9833C58C8B39}" dt="2025-07-02T19:12:44.559" v="1317" actId="20577"/>
          <ac:spMkLst>
            <pc:docMk/>
            <pc:sldMk cId="856971220" sldId="263"/>
            <ac:spMk id="3" creationId="{61874B59-060C-49F9-79C8-D94B8B1E8B76}"/>
          </ac:spMkLst>
        </pc:spChg>
      </pc:sldChg>
      <pc:sldChg chg="modSp new">
        <pc:chgData name="Vitor Domingues Ribeiro" userId="S::1242206@isep.ipp.pt::52a0b6ee-c18d-477f-9954-7fc582fc1887" providerId="AD" clId="Web-{C10E5838-48E7-69F5-0991-9833C58C8B39}" dt="2025-07-02T19:18:48.097" v="1534" actId="20577"/>
        <pc:sldMkLst>
          <pc:docMk/>
          <pc:sldMk cId="1607072836" sldId="264"/>
        </pc:sldMkLst>
        <pc:spChg chg="mod">
          <ac:chgData name="Vitor Domingues Ribeiro" userId="S::1242206@isep.ipp.pt::52a0b6ee-c18d-477f-9954-7fc582fc1887" providerId="AD" clId="Web-{C10E5838-48E7-69F5-0991-9833C58C8B39}" dt="2025-07-02T19:13:04.201" v="1320" actId="20577"/>
          <ac:spMkLst>
            <pc:docMk/>
            <pc:sldMk cId="1607072836" sldId="264"/>
            <ac:spMk id="2" creationId="{808228EE-9E44-ADE5-CC10-0370A29A6B28}"/>
          </ac:spMkLst>
        </pc:spChg>
        <pc:spChg chg="mod">
          <ac:chgData name="Vitor Domingues Ribeiro" userId="S::1242206@isep.ipp.pt::52a0b6ee-c18d-477f-9954-7fc582fc1887" providerId="AD" clId="Web-{C10E5838-48E7-69F5-0991-9833C58C8B39}" dt="2025-07-02T19:18:48.097" v="1534" actId="20577"/>
          <ac:spMkLst>
            <pc:docMk/>
            <pc:sldMk cId="1607072836" sldId="264"/>
            <ac:spMk id="3" creationId="{57AD15C6-C4B3-48D0-9FE1-3D81FECAC321}"/>
          </ac:spMkLst>
        </pc:spChg>
      </pc:sldChg>
      <pc:sldChg chg="modSp add replId">
        <pc:chgData name="Vitor Domingues Ribeiro" userId="S::1242206@isep.ipp.pt::52a0b6ee-c18d-477f-9954-7fc582fc1887" providerId="AD" clId="Web-{C10E5838-48E7-69F5-0991-9833C58C8B39}" dt="2025-07-02T19:24:15.852" v="1806" actId="20577"/>
        <pc:sldMkLst>
          <pc:docMk/>
          <pc:sldMk cId="2254297505" sldId="265"/>
        </pc:sldMkLst>
        <pc:spChg chg="mod">
          <ac:chgData name="Vitor Domingues Ribeiro" userId="S::1242206@isep.ipp.pt::52a0b6ee-c18d-477f-9954-7fc582fc1887" providerId="AD" clId="Web-{C10E5838-48E7-69F5-0991-9833C58C8B39}" dt="2025-07-02T19:24:15.852" v="1806" actId="20577"/>
          <ac:spMkLst>
            <pc:docMk/>
            <pc:sldMk cId="2254297505" sldId="265"/>
            <ac:spMk id="3" creationId="{74560B13-3C83-AE7D-59E8-EC2028B4FB6E}"/>
          </ac:spMkLst>
        </pc:spChg>
      </pc:sldChg>
      <pc:sldChg chg="modSp new">
        <pc:chgData name="Vitor Domingues Ribeiro" userId="S::1242206@isep.ipp.pt::52a0b6ee-c18d-477f-9954-7fc582fc1887" providerId="AD" clId="Web-{C10E5838-48E7-69F5-0991-9833C58C8B39}" dt="2025-07-02T19:25:42.561" v="1828" actId="20577"/>
        <pc:sldMkLst>
          <pc:docMk/>
          <pc:sldMk cId="855862211" sldId="266"/>
        </pc:sldMkLst>
        <pc:spChg chg="mod">
          <ac:chgData name="Vitor Domingues Ribeiro" userId="S::1242206@isep.ipp.pt::52a0b6ee-c18d-477f-9954-7fc582fc1887" providerId="AD" clId="Web-{C10E5838-48E7-69F5-0991-9833C58C8B39}" dt="2025-07-02T19:25:20.091" v="1823" actId="20577"/>
          <ac:spMkLst>
            <pc:docMk/>
            <pc:sldMk cId="855862211" sldId="266"/>
            <ac:spMk id="2" creationId="{74B9E3A2-810D-3F1A-2BC6-E90E5231F85D}"/>
          </ac:spMkLst>
        </pc:spChg>
        <pc:spChg chg="mod">
          <ac:chgData name="Vitor Domingues Ribeiro" userId="S::1242206@isep.ipp.pt::52a0b6ee-c18d-477f-9954-7fc582fc1887" providerId="AD" clId="Web-{C10E5838-48E7-69F5-0991-9833C58C8B39}" dt="2025-07-02T19:25:42.561" v="1828" actId="20577"/>
          <ac:spMkLst>
            <pc:docMk/>
            <pc:sldMk cId="855862211" sldId="266"/>
            <ac:spMk id="3" creationId="{4E86CAB9-1230-E9ED-D448-7C659E459CC8}"/>
          </ac:spMkLst>
        </pc:spChg>
      </pc:sldChg>
      <pc:sldChg chg="modSp new">
        <pc:chgData name="Vitor Domingues Ribeiro" userId="S::1242206@isep.ipp.pt::52a0b6ee-c18d-477f-9954-7fc582fc1887" providerId="AD" clId="Web-{C10E5838-48E7-69F5-0991-9833C58C8B39}" dt="2025-07-02T19:33:04.096" v="2248" actId="20577"/>
        <pc:sldMkLst>
          <pc:docMk/>
          <pc:sldMk cId="1316912185" sldId="267"/>
        </pc:sldMkLst>
        <pc:spChg chg="mod">
          <ac:chgData name="Vitor Domingues Ribeiro" userId="S::1242206@isep.ipp.pt::52a0b6ee-c18d-477f-9954-7fc582fc1887" providerId="AD" clId="Web-{C10E5838-48E7-69F5-0991-9833C58C8B39}" dt="2025-07-02T19:26:00.749" v="1836" actId="20577"/>
          <ac:spMkLst>
            <pc:docMk/>
            <pc:sldMk cId="1316912185" sldId="267"/>
            <ac:spMk id="2" creationId="{85773E1D-C4F9-2635-1CE7-B9AEF79ED2D3}"/>
          </ac:spMkLst>
        </pc:spChg>
        <pc:spChg chg="mod">
          <ac:chgData name="Vitor Domingues Ribeiro" userId="S::1242206@isep.ipp.pt::52a0b6ee-c18d-477f-9954-7fc582fc1887" providerId="AD" clId="Web-{C10E5838-48E7-69F5-0991-9833C58C8B39}" dt="2025-07-02T19:33:04.096" v="2248" actId="20577"/>
          <ac:spMkLst>
            <pc:docMk/>
            <pc:sldMk cId="1316912185" sldId="267"/>
            <ac:spMk id="3" creationId="{FC123767-A7A5-ADBB-2225-1A032F96B99B}"/>
          </ac:spMkLst>
        </pc:spChg>
      </pc:sldChg>
      <pc:sldChg chg="modSp new">
        <pc:chgData name="Vitor Domingues Ribeiro" userId="S::1242206@isep.ipp.pt::52a0b6ee-c18d-477f-9954-7fc582fc1887" providerId="AD" clId="Web-{C10E5838-48E7-69F5-0991-9833C58C8B39}" dt="2025-07-02T19:34:43.165" v="2339" actId="20577"/>
        <pc:sldMkLst>
          <pc:docMk/>
          <pc:sldMk cId="376740797" sldId="268"/>
        </pc:sldMkLst>
        <pc:spChg chg="mod">
          <ac:chgData name="Vitor Domingues Ribeiro" userId="S::1242206@isep.ipp.pt::52a0b6ee-c18d-477f-9954-7fc582fc1887" providerId="AD" clId="Web-{C10E5838-48E7-69F5-0991-9833C58C8B39}" dt="2025-07-02T19:33:17.097" v="2259" actId="20577"/>
          <ac:spMkLst>
            <pc:docMk/>
            <pc:sldMk cId="376740797" sldId="268"/>
            <ac:spMk id="2" creationId="{3BAE7913-77D6-4EEC-1DE0-69ADDA9B43E6}"/>
          </ac:spMkLst>
        </pc:spChg>
        <pc:spChg chg="mod">
          <ac:chgData name="Vitor Domingues Ribeiro" userId="S::1242206@isep.ipp.pt::52a0b6ee-c18d-477f-9954-7fc582fc1887" providerId="AD" clId="Web-{C10E5838-48E7-69F5-0991-9833C58C8B39}" dt="2025-07-02T19:34:43.165" v="2339" actId="20577"/>
          <ac:spMkLst>
            <pc:docMk/>
            <pc:sldMk cId="376740797" sldId="268"/>
            <ac:spMk id="3" creationId="{55A6D953-278D-EF4D-F60A-0051529F009F}"/>
          </ac:spMkLst>
        </pc:spChg>
      </pc:sldChg>
      <pc:sldChg chg="modSp new">
        <pc:chgData name="Vitor Domingues Ribeiro" userId="S::1242206@isep.ipp.pt::52a0b6ee-c18d-477f-9954-7fc582fc1887" providerId="AD" clId="Web-{C10E5838-48E7-69F5-0991-9833C58C8B39}" dt="2025-07-02T19:36:24.111" v="2367" actId="20577"/>
        <pc:sldMkLst>
          <pc:docMk/>
          <pc:sldMk cId="3688496603" sldId="269"/>
        </pc:sldMkLst>
        <pc:spChg chg="mod">
          <ac:chgData name="Vitor Domingues Ribeiro" userId="S::1242206@isep.ipp.pt::52a0b6ee-c18d-477f-9954-7fc582fc1887" providerId="AD" clId="Web-{C10E5838-48E7-69F5-0991-9833C58C8B39}" dt="2025-07-02T19:36:10.251" v="2362" actId="20577"/>
          <ac:spMkLst>
            <pc:docMk/>
            <pc:sldMk cId="3688496603" sldId="269"/>
            <ac:spMk id="2" creationId="{B200559E-597B-61EC-A7D3-30082ACFE8C3}"/>
          </ac:spMkLst>
        </pc:spChg>
        <pc:spChg chg="mod">
          <ac:chgData name="Vitor Domingues Ribeiro" userId="S::1242206@isep.ipp.pt::52a0b6ee-c18d-477f-9954-7fc582fc1887" providerId="AD" clId="Web-{C10E5838-48E7-69F5-0991-9833C58C8B39}" dt="2025-07-02T19:36:24.111" v="2367" actId="20577"/>
          <ac:spMkLst>
            <pc:docMk/>
            <pc:sldMk cId="3688496603" sldId="269"/>
            <ac:spMk id="3" creationId="{F2818358-54AF-07BE-9719-A6CB74B47D0B}"/>
          </ac:spMkLst>
        </pc:spChg>
      </pc:sldChg>
      <pc:sldChg chg="modSp new">
        <pc:chgData name="Vitor Domingues Ribeiro" userId="S::1242206@isep.ipp.pt::52a0b6ee-c18d-477f-9954-7fc582fc1887" providerId="AD" clId="Web-{C10E5838-48E7-69F5-0991-9833C58C8B39}" dt="2025-07-02T20:15:37.897" v="2395" actId="20577"/>
        <pc:sldMkLst>
          <pc:docMk/>
          <pc:sldMk cId="988637623" sldId="270"/>
        </pc:sldMkLst>
        <pc:spChg chg="mod">
          <ac:chgData name="Vitor Domingues Ribeiro" userId="S::1242206@isep.ipp.pt::52a0b6ee-c18d-477f-9954-7fc582fc1887" providerId="AD" clId="Web-{C10E5838-48E7-69F5-0991-9833C58C8B39}" dt="2025-07-02T19:36:47.753" v="2370" actId="20577"/>
          <ac:spMkLst>
            <pc:docMk/>
            <pc:sldMk cId="988637623" sldId="270"/>
            <ac:spMk id="2" creationId="{4EA5A64B-FD99-6976-6BC5-72FB010C3E25}"/>
          </ac:spMkLst>
        </pc:spChg>
        <pc:spChg chg="mod">
          <ac:chgData name="Vitor Domingues Ribeiro" userId="S::1242206@isep.ipp.pt::52a0b6ee-c18d-477f-9954-7fc582fc1887" providerId="AD" clId="Web-{C10E5838-48E7-69F5-0991-9833C58C8B39}" dt="2025-07-02T20:15:37.897" v="2395" actId="20577"/>
          <ac:spMkLst>
            <pc:docMk/>
            <pc:sldMk cId="988637623" sldId="270"/>
            <ac:spMk id="3" creationId="{6A253EAE-E5FD-0992-84CC-BF5BC4CF382D}"/>
          </ac:spMkLst>
        </pc:spChg>
      </pc:sldChg>
      <pc:sldChg chg="addSp delSp modSp add replId">
        <pc:chgData name="Vitor Domingues Ribeiro" userId="S::1242206@isep.ipp.pt::52a0b6ee-c18d-477f-9954-7fc582fc1887" providerId="AD" clId="Web-{C10E5838-48E7-69F5-0991-9833C58C8B39}" dt="2025-07-02T20:14:49.989" v="2392" actId="1076"/>
        <pc:sldMkLst>
          <pc:docMk/>
          <pc:sldMk cId="3300176967" sldId="271"/>
        </pc:sldMkLst>
        <pc:picChg chg="add mod ord">
          <ac:chgData name="Vitor Domingues Ribeiro" userId="S::1242206@isep.ipp.pt::52a0b6ee-c18d-477f-9954-7fc582fc1887" providerId="AD" clId="Web-{C10E5838-48E7-69F5-0991-9833C58C8B39}" dt="2025-07-02T20:14:49.989" v="2392" actId="1076"/>
          <ac:picMkLst>
            <pc:docMk/>
            <pc:sldMk cId="3300176967" sldId="271"/>
            <ac:picMk id="7" creationId="{91949F2F-8165-FABD-5420-E8A216FC2167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7/6/2025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nvlpubs.nist.gov/nistpubs/SpecialPublications/NIST.SP.800-204D.pdf" TargetMode="External"/><Relationship Id="rId2" Type="http://schemas.openxmlformats.org/officeDocument/2006/relationships/hyperlink" Target="https://owasp.org/www-project-devsecops-guideline/latest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loudsecurityalliance.org/" TargetMode="External"/><Relationship Id="rId4" Type="http://schemas.openxmlformats.org/officeDocument/2006/relationships/hyperlink" Target="https://www.splunk.com/en_us/blog/learn/devsecops-concepts-principles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DevSecOps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Este material </a:t>
            </a:r>
            <a:r>
              <a:rPr lang="en-US" err="1"/>
              <a:t>tem</a:t>
            </a:r>
            <a:r>
              <a:rPr lang="en-US"/>
              <a:t> </a:t>
            </a:r>
            <a:r>
              <a:rPr lang="en-US" err="1"/>
              <a:t>como</a:t>
            </a:r>
            <a:r>
              <a:rPr lang="en-US"/>
              <a:t> </a:t>
            </a:r>
            <a:r>
              <a:rPr lang="en-US" err="1"/>
              <a:t>objetivo</a:t>
            </a:r>
            <a:r>
              <a:rPr lang="en-US"/>
              <a:t> ser um </a:t>
            </a:r>
            <a:r>
              <a:rPr lang="en-US" err="1"/>
              <a:t>exemplo</a:t>
            </a:r>
            <a:r>
              <a:rPr lang="en-US"/>
              <a:t> de </a:t>
            </a:r>
            <a:r>
              <a:rPr lang="en-US" err="1"/>
              <a:t>documento</a:t>
            </a:r>
            <a:r>
              <a:rPr lang="en-US"/>
              <a:t> a ser </a:t>
            </a:r>
            <a:r>
              <a:rPr lang="en-US" err="1"/>
              <a:t>apresentado</a:t>
            </a:r>
            <a:r>
              <a:rPr lang="en-US"/>
              <a:t> </a:t>
            </a:r>
            <a:r>
              <a:rPr lang="en-US" err="1"/>
              <a:t>às</a:t>
            </a:r>
            <a:r>
              <a:rPr lang="en-US"/>
              <a:t> </a:t>
            </a:r>
            <a:r>
              <a:rPr lang="en-US" err="1"/>
              <a:t>equipas</a:t>
            </a:r>
            <a:r>
              <a:rPr lang="en-US"/>
              <a:t>, utilize e </a:t>
            </a:r>
            <a:r>
              <a:rPr lang="en-US" err="1"/>
              <a:t>modifique</a:t>
            </a:r>
            <a:r>
              <a:rPr lang="en-US"/>
              <a:t> do </a:t>
            </a:r>
            <a:r>
              <a:rPr lang="en-US" err="1"/>
              <a:t>jeito</a:t>
            </a:r>
            <a:r>
              <a:rPr lang="en-US"/>
              <a:t> que achar </a:t>
            </a:r>
            <a:r>
              <a:rPr lang="en-US" err="1"/>
              <a:t>melhor</a:t>
            </a:r>
            <a:r>
              <a:rPr lang="en-US"/>
              <a:t> e que se </a:t>
            </a:r>
            <a:r>
              <a:rPr lang="en-US" err="1"/>
              <a:t>adeque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ao</a:t>
            </a:r>
            <a:r>
              <a:rPr lang="en-US"/>
              <a:t> </a:t>
            </a:r>
            <a:r>
              <a:rPr lang="en-US" err="1"/>
              <a:t>seu</a:t>
            </a:r>
            <a:r>
              <a:rPr lang="en-US"/>
              <a:t> </a:t>
            </a:r>
            <a:r>
              <a:rPr lang="en-US" err="1"/>
              <a:t>negócio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0133BE-DA41-8E3A-31C3-A268AF682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075547-0C4A-C80B-781E-54C9AAA39A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O que é </a:t>
            </a:r>
            <a:r>
              <a:rPr lang="en-US" err="1"/>
              <a:t>DevSecOps</a:t>
            </a:r>
            <a:r>
              <a:rPr lang="en-US"/>
              <a:t> ?</a:t>
            </a:r>
          </a:p>
          <a:p>
            <a:r>
              <a:rPr lang="en-US" err="1"/>
              <a:t>Porquê</a:t>
            </a:r>
            <a:r>
              <a:rPr lang="en-US"/>
              <a:t> </a:t>
            </a:r>
            <a:r>
              <a:rPr lang="en-US" err="1"/>
              <a:t>DevSecOps</a:t>
            </a:r>
            <a:r>
              <a:rPr lang="en-US"/>
              <a:t> é </a:t>
            </a:r>
            <a:r>
              <a:rPr lang="en-US" err="1"/>
              <a:t>importante</a:t>
            </a:r>
            <a:r>
              <a:rPr lang="en-US"/>
              <a:t> ?</a:t>
            </a:r>
          </a:p>
          <a:p>
            <a:r>
              <a:rPr lang="en-US" err="1"/>
              <a:t>Princípios</a:t>
            </a:r>
            <a:r>
              <a:rPr lang="en-US"/>
              <a:t> de </a:t>
            </a:r>
            <a:r>
              <a:rPr lang="en-US" err="1"/>
              <a:t>DevSecOps</a:t>
            </a:r>
            <a:endParaRPr lang="en-US"/>
          </a:p>
          <a:p>
            <a:r>
              <a:rPr lang="en-US" err="1"/>
              <a:t>Começando</a:t>
            </a:r>
            <a:r>
              <a:rPr lang="en-US"/>
              <a:t> com </a:t>
            </a:r>
            <a:r>
              <a:rPr lang="en-US" err="1"/>
              <a:t>DevSecOps</a:t>
            </a:r>
            <a:endParaRPr lang="en-US"/>
          </a:p>
          <a:p>
            <a:r>
              <a:rPr lang="en-US" err="1">
                <a:ea typeface="+mn-lt"/>
                <a:cs typeface="+mn-lt"/>
              </a:rPr>
              <a:t>Exemplos</a:t>
            </a:r>
            <a:r>
              <a:rPr lang="en-US">
                <a:ea typeface="+mn-lt"/>
                <a:cs typeface="+mn-lt"/>
              </a:rPr>
              <a:t> de ferramentas para CI/CD </a:t>
            </a:r>
            <a:endParaRPr lang="en-US"/>
          </a:p>
          <a:p>
            <a:r>
              <a:rPr lang="en-US" err="1"/>
              <a:t>Desafios</a:t>
            </a:r>
            <a:endParaRPr lang="en-US"/>
          </a:p>
          <a:p>
            <a:r>
              <a:rPr lang="en-US" err="1"/>
              <a:t>Conclusōes</a:t>
            </a:r>
          </a:p>
          <a:p>
            <a:r>
              <a:rPr lang="en-US"/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3209257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BFA14-A75C-D9FD-188D-24C8FDFD6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 que é </a:t>
            </a:r>
            <a:r>
              <a:rPr lang="en-US" err="1"/>
              <a:t>DevSecOps</a:t>
            </a:r>
            <a:r>
              <a:rPr lang="en-US"/>
              <a:t> 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092A66-04B2-51D2-DD74-0BCF94E04C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DevOps + Security</a:t>
            </a:r>
          </a:p>
          <a:p>
            <a:r>
              <a:rPr lang="en-US" err="1"/>
              <a:t>Implementar</a:t>
            </a:r>
            <a:r>
              <a:rPr lang="en-US"/>
              <a:t> </a:t>
            </a:r>
            <a:r>
              <a:rPr lang="en-US" err="1"/>
              <a:t>segurança</a:t>
            </a:r>
            <a:r>
              <a:rPr lang="en-US"/>
              <a:t> do </a:t>
            </a:r>
            <a:r>
              <a:rPr lang="en-US" err="1"/>
              <a:t>início</a:t>
            </a:r>
            <a:r>
              <a:rPr lang="en-US"/>
              <a:t> </a:t>
            </a:r>
            <a:r>
              <a:rPr lang="en-US" err="1"/>
              <a:t>ao</a:t>
            </a:r>
            <a:r>
              <a:rPr lang="en-US"/>
              <a:t> </a:t>
            </a:r>
            <a:r>
              <a:rPr lang="en-US" err="1"/>
              <a:t>fim</a:t>
            </a:r>
            <a:r>
              <a:rPr lang="en-US"/>
              <a:t> do Software Development Life cycle (SDLC) - "</a:t>
            </a:r>
            <a:r>
              <a:rPr lang="en-US" i="1"/>
              <a:t>Shift Left security"</a:t>
            </a:r>
          </a:p>
        </p:txBody>
      </p:sp>
      <p:pic>
        <p:nvPicPr>
          <p:cNvPr id="4" name="Picture 3" descr="DevSecOps pipeline">
            <a:extLst>
              <a:ext uri="{FF2B5EF4-FFF2-40B4-BE49-F238E27FC236}">
                <a16:creationId xmlns:a16="http://schemas.microsoft.com/office/drawing/2014/main" id="{8E85E130-96C0-5653-8B44-D9D198C4DA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008" y="4295761"/>
            <a:ext cx="10208281" cy="1112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27817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CC822-DB50-04F2-1A16-5CD10C0EA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4C7159-9E88-DAA8-5FB3-3FB0B7A79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 que é </a:t>
            </a:r>
            <a:r>
              <a:rPr lang="en-US" err="1"/>
              <a:t>DevSecOps</a:t>
            </a:r>
            <a:r>
              <a:rPr lang="en-US"/>
              <a:t> ?</a:t>
            </a:r>
          </a:p>
        </p:txBody>
      </p:sp>
      <p:pic>
        <p:nvPicPr>
          <p:cNvPr id="7" name="Content Placeholder 6" descr="A diagram of software lifecycles&#10;&#10;AI-generated content may be incorrect.">
            <a:extLst>
              <a:ext uri="{FF2B5EF4-FFF2-40B4-BE49-F238E27FC236}">
                <a16:creationId xmlns:a16="http://schemas.microsoft.com/office/drawing/2014/main" id="{91949F2F-8165-FABD-5420-E8A216FC21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32469" y="1963927"/>
            <a:ext cx="7322284" cy="3810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01769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C8148-B7D0-5418-79D0-A706EB0543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0F38A-A5BE-76D8-1CE4-CD76AEE32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 que é </a:t>
            </a:r>
            <a:r>
              <a:rPr lang="en-US" err="1"/>
              <a:t>DevSecOps</a:t>
            </a:r>
            <a:r>
              <a:rPr lang="en-US"/>
              <a:t> 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10BBF4-2EE9-81AF-C1C1-9CFD64F8B6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b="1">
                <a:ea typeface="+mn-lt"/>
                <a:cs typeface="+mn-lt"/>
              </a:rPr>
              <a:t>Culture, Automation, Lean, Measurement, Sharing (CALMS) + Security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b="1">
                <a:ea typeface="+mn-lt"/>
                <a:cs typeface="+mn-lt"/>
              </a:rPr>
              <a:t>Culture:</a:t>
            </a:r>
            <a:r>
              <a:rPr lang="en-US">
                <a:ea typeface="+mn-lt"/>
                <a:cs typeface="+mn-lt"/>
              </a:rPr>
              <a:t> Seguranca e </a:t>
            </a:r>
            <a:r>
              <a:rPr lang="en-US" err="1">
                <a:ea typeface="+mn-lt"/>
                <a:cs typeface="+mn-lt"/>
              </a:rPr>
              <a:t>uma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responsabilidade</a:t>
            </a:r>
            <a:r>
              <a:rPr lang="en-US">
                <a:ea typeface="+mn-lt"/>
                <a:cs typeface="+mn-lt"/>
              </a:rPr>
              <a:t> de </a:t>
            </a:r>
            <a:r>
              <a:rPr lang="en-US" err="1">
                <a:ea typeface="+mn-lt"/>
                <a:cs typeface="+mn-lt"/>
              </a:rPr>
              <a:t>todos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b="1">
                <a:ea typeface="+mn-lt"/>
                <a:cs typeface="+mn-lt"/>
              </a:rPr>
              <a:t>Automation: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Automatizar</a:t>
            </a:r>
            <a:r>
              <a:rPr lang="en-US">
                <a:ea typeface="+mn-lt"/>
                <a:cs typeface="+mn-lt"/>
              </a:rPr>
              <a:t> testes de </a:t>
            </a:r>
            <a:r>
              <a:rPr lang="en-US" err="1">
                <a:ea typeface="+mn-lt"/>
                <a:cs typeface="+mn-lt"/>
              </a:rPr>
              <a:t>segurança</a:t>
            </a:r>
            <a:endParaRPr lang="en-US" err="1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b="1">
                <a:ea typeface="+mn-lt"/>
                <a:cs typeface="+mn-lt"/>
              </a:rPr>
              <a:t>Lean:</a:t>
            </a:r>
            <a:r>
              <a:rPr lang="en-US">
                <a:ea typeface="+mn-lt"/>
                <a:cs typeface="+mn-lt"/>
              </a:rPr>
              <a:t> </a:t>
            </a:r>
            <a:r>
              <a:rPr lang="en-US" err="1">
                <a:ea typeface="+mn-lt"/>
                <a:cs typeface="+mn-lt"/>
              </a:rPr>
              <a:t>Processo</a:t>
            </a:r>
            <a:r>
              <a:rPr lang="en-US">
                <a:ea typeface="+mn-lt"/>
                <a:cs typeface="+mn-lt"/>
              </a:rPr>
              <a:t> de </a:t>
            </a:r>
            <a:r>
              <a:rPr lang="en-US" err="1">
                <a:ea typeface="+mn-lt"/>
                <a:cs typeface="+mn-lt"/>
              </a:rPr>
              <a:t>segurança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eficiente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b="1">
                <a:ea typeface="+mn-lt"/>
                <a:cs typeface="+mn-lt"/>
              </a:rPr>
              <a:t>Measurement: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Medir</a:t>
            </a:r>
            <a:r>
              <a:rPr lang="en-US">
                <a:ea typeface="+mn-lt"/>
                <a:cs typeface="+mn-lt"/>
              </a:rPr>
              <a:t> e </a:t>
            </a:r>
            <a:r>
              <a:rPr lang="en-US" err="1">
                <a:ea typeface="+mn-lt"/>
                <a:cs typeface="+mn-lt"/>
              </a:rPr>
              <a:t>melhorar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os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controlos</a:t>
            </a:r>
            <a:r>
              <a:rPr lang="en-US">
                <a:ea typeface="+mn-lt"/>
                <a:cs typeface="+mn-lt"/>
              </a:rPr>
              <a:t> de </a:t>
            </a:r>
            <a:r>
              <a:rPr lang="en-US" err="1">
                <a:ea typeface="+mn-lt"/>
                <a:cs typeface="+mn-lt"/>
              </a:rPr>
              <a:t>segurança</a:t>
            </a:r>
            <a:endParaRPr lang="en-US" err="1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b="1">
                <a:ea typeface="+mn-lt"/>
                <a:cs typeface="+mn-lt"/>
              </a:rPr>
              <a:t>Sharing:</a:t>
            </a:r>
            <a:r>
              <a:rPr lang="en-US">
                <a:ea typeface="+mn-lt"/>
                <a:cs typeface="+mn-lt"/>
              </a:rPr>
              <a:t> </a:t>
            </a:r>
            <a:r>
              <a:rPr lang="en-US" err="1">
                <a:ea typeface="+mn-lt"/>
                <a:cs typeface="+mn-lt"/>
              </a:rPr>
              <a:t>Compartilhar</a:t>
            </a:r>
            <a:r>
              <a:rPr lang="en-US">
                <a:ea typeface="+mn-lt"/>
                <a:cs typeface="+mn-lt"/>
              </a:rPr>
              <a:t> o </a:t>
            </a:r>
            <a:r>
              <a:rPr lang="en-US" err="1">
                <a:ea typeface="+mn-lt"/>
                <a:cs typeface="+mn-lt"/>
              </a:rPr>
              <a:t>conhecimento</a:t>
            </a:r>
            <a:r>
              <a:rPr lang="en-US">
                <a:ea typeface="+mn-lt"/>
                <a:cs typeface="+mn-lt"/>
              </a:rPr>
              <a:t> com </a:t>
            </a:r>
            <a:r>
              <a:rPr lang="en-US" err="1">
                <a:ea typeface="+mn-lt"/>
                <a:cs typeface="+mn-lt"/>
              </a:rPr>
              <a:t>outras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equipas</a:t>
            </a:r>
            <a:endParaRPr lang="en-US"/>
          </a:p>
          <a:p>
            <a:pPr marL="0" indent="0">
              <a:buNone/>
            </a:pPr>
            <a:endParaRPr lang="en-US"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>
                <a:ea typeface="+mn-lt"/>
                <a:cs typeface="+mn-lt"/>
              </a:rPr>
              <a:t>O </a:t>
            </a:r>
            <a:r>
              <a:rPr lang="en-US" err="1">
                <a:ea typeface="+mn-lt"/>
                <a:cs typeface="+mn-lt"/>
              </a:rPr>
              <a:t>objetivo</a:t>
            </a:r>
            <a:r>
              <a:rPr lang="en-US">
                <a:ea typeface="+mn-lt"/>
                <a:cs typeface="+mn-lt"/>
              </a:rPr>
              <a:t> é </a:t>
            </a:r>
            <a:r>
              <a:rPr lang="en-US" err="1">
                <a:ea typeface="+mn-lt"/>
                <a:cs typeface="+mn-lt"/>
              </a:rPr>
              <a:t>ter</a:t>
            </a:r>
            <a:r>
              <a:rPr lang="en-US">
                <a:ea typeface="+mn-lt"/>
                <a:cs typeface="+mn-lt"/>
              </a:rPr>
              <a:t> um </a:t>
            </a:r>
            <a:r>
              <a:rPr lang="en-US" err="1">
                <a:ea typeface="+mn-lt"/>
                <a:cs typeface="+mn-lt"/>
              </a:rPr>
              <a:t>processo</a:t>
            </a:r>
            <a:r>
              <a:rPr lang="en-US">
                <a:ea typeface="+mn-lt"/>
                <a:cs typeface="+mn-lt"/>
              </a:rPr>
              <a:t> </a:t>
            </a:r>
            <a:r>
              <a:rPr lang="en-US" err="1">
                <a:ea typeface="+mn-lt"/>
                <a:cs typeface="+mn-lt"/>
              </a:rPr>
              <a:t>rápido</a:t>
            </a:r>
            <a:r>
              <a:rPr lang="en-US">
                <a:ea typeface="+mn-lt"/>
                <a:cs typeface="+mn-lt"/>
              </a:rPr>
              <a:t> e </a:t>
            </a:r>
            <a:r>
              <a:rPr lang="en-US" err="1">
                <a:ea typeface="+mn-lt"/>
                <a:cs typeface="+mn-lt"/>
              </a:rPr>
              <a:t>eficiente</a:t>
            </a:r>
            <a:r>
              <a:rPr lang="en-US">
                <a:ea typeface="+mn-lt"/>
                <a:cs typeface="+mn-lt"/>
              </a:rPr>
              <a:t> que </a:t>
            </a:r>
            <a:r>
              <a:rPr lang="en-US" err="1">
                <a:ea typeface="+mn-lt"/>
                <a:cs typeface="+mn-lt"/>
              </a:rPr>
              <a:t>entregue</a:t>
            </a:r>
            <a:r>
              <a:rPr lang="en-US">
                <a:ea typeface="+mn-lt"/>
                <a:cs typeface="+mn-lt"/>
              </a:rPr>
              <a:t> um software </a:t>
            </a:r>
            <a:r>
              <a:rPr lang="en-US" err="1">
                <a:ea typeface="+mn-lt"/>
                <a:cs typeface="+mn-lt"/>
              </a:rPr>
              <a:t>seguro</a:t>
            </a:r>
            <a:r>
              <a:rPr lang="en-US">
                <a:ea typeface="+mn-lt"/>
                <a:cs typeface="+mn-lt"/>
              </a:rPr>
              <a:t> para </a:t>
            </a:r>
            <a:r>
              <a:rPr lang="en-US" err="1">
                <a:ea typeface="+mn-lt"/>
                <a:cs typeface="+mn-lt"/>
              </a:rPr>
              <a:t>utilização</a:t>
            </a:r>
            <a:r>
              <a:rPr lang="en-US">
                <a:ea typeface="+mn-lt"/>
                <a:cs typeface="+mn-lt"/>
              </a:rPr>
              <a:t> dos </a:t>
            </a:r>
            <a:r>
              <a:rPr lang="en-US" err="1">
                <a:ea typeface="+mn-lt"/>
                <a:cs typeface="+mn-lt"/>
              </a:rPr>
              <a:t>utilizadores</a:t>
            </a:r>
            <a:r>
              <a:rPr lang="en-US">
                <a:ea typeface="+mn-lt"/>
                <a:cs typeface="+mn-lt"/>
              </a:rPr>
              <a:t>  </a:t>
            </a:r>
            <a:r>
              <a:rPr lang="en-US" err="1">
                <a:ea typeface="+mn-lt"/>
                <a:cs typeface="+mn-lt"/>
              </a:rPr>
              <a:t>finais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6519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97F3D-5B06-AC0E-9CA7-94557C1C6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Importância</a:t>
            </a:r>
            <a:r>
              <a:rPr lang="en-US"/>
              <a:t> do </a:t>
            </a:r>
            <a:r>
              <a:rPr lang="en-US" err="1"/>
              <a:t>DevSecOps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7DB22D-0DED-9511-8D16-01CA55990E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Crescente </a:t>
            </a:r>
            <a:r>
              <a:rPr lang="en-US" err="1"/>
              <a:t>número</a:t>
            </a:r>
            <a:r>
              <a:rPr lang="en-US"/>
              <a:t> de </a:t>
            </a:r>
            <a:r>
              <a:rPr lang="en-US" err="1"/>
              <a:t>ameaças</a:t>
            </a:r>
            <a:r>
              <a:rPr lang="en-US"/>
              <a:t> e </a:t>
            </a:r>
            <a:r>
              <a:rPr lang="en-US" err="1"/>
              <a:t>ataques</a:t>
            </a:r>
            <a:endParaRPr lang="en-US"/>
          </a:p>
          <a:p>
            <a:r>
              <a:rPr lang="en-US"/>
              <a:t>Custo alto de </a:t>
            </a:r>
            <a:r>
              <a:rPr lang="en-US" err="1"/>
              <a:t>correção</a:t>
            </a:r>
            <a:r>
              <a:rPr lang="en-US"/>
              <a:t> de </a:t>
            </a:r>
            <a:r>
              <a:rPr lang="en-US" err="1"/>
              <a:t>uma</a:t>
            </a:r>
            <a:r>
              <a:rPr lang="en-US"/>
              <a:t> </a:t>
            </a:r>
            <a:r>
              <a:rPr lang="en-US" err="1"/>
              <a:t>vulnerabilidade</a:t>
            </a:r>
            <a:r>
              <a:rPr lang="en-US"/>
              <a:t> </a:t>
            </a:r>
            <a:r>
              <a:rPr lang="en-US" err="1"/>
              <a:t>em</a:t>
            </a:r>
            <a:r>
              <a:rPr lang="en-US"/>
              <a:t> </a:t>
            </a:r>
            <a:r>
              <a:rPr lang="en-US" err="1"/>
              <a:t>produção</a:t>
            </a:r>
            <a:endParaRPr lang="en-US"/>
          </a:p>
          <a:p>
            <a:r>
              <a:rPr lang="en-US"/>
              <a:t>Compliance e </a:t>
            </a:r>
            <a:r>
              <a:rPr lang="en-US" err="1"/>
              <a:t>regulamentações</a:t>
            </a:r>
            <a:endParaRPr lang="en-US"/>
          </a:p>
          <a:p>
            <a:r>
              <a:rPr lang="en-US"/>
              <a:t>Entrega </a:t>
            </a:r>
            <a:r>
              <a:rPr lang="en-US" err="1"/>
              <a:t>rápida</a:t>
            </a:r>
            <a:r>
              <a:rPr lang="en-US"/>
              <a:t> de software </a:t>
            </a:r>
            <a:r>
              <a:rPr lang="en-US" err="1"/>
              <a:t>seguro</a:t>
            </a:r>
            <a:endParaRPr lang="en-US"/>
          </a:p>
          <a:p>
            <a:r>
              <a:rPr lang="en-US"/>
              <a:t>Mais-</a:t>
            </a:r>
            <a:r>
              <a:rPr lang="en-US" err="1"/>
              <a:t>valia</a:t>
            </a:r>
            <a:r>
              <a:rPr lang="en-US"/>
              <a:t> do </a:t>
            </a:r>
            <a:r>
              <a:rPr lang="en-US" err="1"/>
              <a:t>produto</a:t>
            </a:r>
            <a:endParaRPr lang="en-US"/>
          </a:p>
          <a:p>
            <a:r>
              <a:rPr lang="en-US"/>
              <a:t>Segurança </a:t>
            </a:r>
            <a:r>
              <a:rPr lang="en-US" err="1"/>
              <a:t>compartilhada</a:t>
            </a:r>
            <a:r>
              <a:rPr lang="en-US"/>
              <a:t> entre </a:t>
            </a:r>
            <a:r>
              <a:rPr lang="en-US" err="1"/>
              <a:t>equipas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45565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62151-A88E-C721-D89E-ADF55497B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Princípios</a:t>
            </a:r>
            <a:r>
              <a:rPr lang="en-US"/>
              <a:t> de </a:t>
            </a:r>
            <a:r>
              <a:rPr lang="en-US" err="1"/>
              <a:t>DevSecOps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833A77-AD79-777A-9B2D-CDF7E4BB36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err="1"/>
              <a:t>Automações</a:t>
            </a:r>
            <a:r>
              <a:rPr lang="en-US"/>
              <a:t> de </a:t>
            </a:r>
            <a:r>
              <a:rPr lang="en-US" err="1"/>
              <a:t>tarefas</a:t>
            </a:r>
            <a:endParaRPr lang="en-US"/>
          </a:p>
          <a:p>
            <a:r>
              <a:rPr lang="en-US" err="1"/>
              <a:t>Colaboração</a:t>
            </a:r>
            <a:r>
              <a:rPr lang="en-US"/>
              <a:t> e </a:t>
            </a:r>
            <a:r>
              <a:rPr lang="en-US" err="1"/>
              <a:t>comunicação</a:t>
            </a:r>
          </a:p>
          <a:p>
            <a:r>
              <a:rPr lang="en-US"/>
              <a:t>Visibilidade do </a:t>
            </a:r>
            <a:r>
              <a:rPr lang="en-US" err="1"/>
              <a:t>ambiente</a:t>
            </a:r>
            <a:r>
              <a:rPr lang="en-US"/>
              <a:t> e </a:t>
            </a:r>
            <a:r>
              <a:rPr lang="en-US" err="1"/>
              <a:t>monitorização</a:t>
            </a:r>
          </a:p>
          <a:p>
            <a:r>
              <a:rPr lang="en-US" err="1"/>
              <a:t>Educação</a:t>
            </a:r>
            <a:r>
              <a:rPr lang="en-US"/>
              <a:t> e </a:t>
            </a:r>
            <a:r>
              <a:rPr lang="en-US" err="1"/>
              <a:t>treinamento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5565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12CFA-1402-0158-A7BC-B059D1634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Começando</a:t>
            </a:r>
            <a:r>
              <a:rPr lang="en-US"/>
              <a:t> com </a:t>
            </a:r>
            <a:r>
              <a:rPr lang="en-US" err="1"/>
              <a:t>DevSecOps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FC60B-E8CE-C554-F230-AFD34D3F42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1 – </a:t>
            </a:r>
            <a:r>
              <a:rPr lang="en-US" err="1"/>
              <a:t>Faça</a:t>
            </a:r>
            <a:r>
              <a:rPr lang="en-US"/>
              <a:t> </a:t>
            </a:r>
            <a:r>
              <a:rPr lang="en-US" err="1"/>
              <a:t>uma</a:t>
            </a:r>
            <a:r>
              <a:rPr lang="en-US"/>
              <a:t> auditoria de </a:t>
            </a:r>
            <a:r>
              <a:rPr lang="en-US" err="1"/>
              <a:t>como</a:t>
            </a:r>
            <a:r>
              <a:rPr lang="en-US"/>
              <a:t> </a:t>
            </a:r>
            <a:r>
              <a:rPr lang="en-US" err="1"/>
              <a:t>sua</a:t>
            </a:r>
            <a:r>
              <a:rPr lang="en-US"/>
              <a:t> </a:t>
            </a:r>
            <a:r>
              <a:rPr lang="en-US" err="1"/>
              <a:t>empresa</a:t>
            </a:r>
            <a:r>
              <a:rPr lang="en-US"/>
              <a:t> </a:t>
            </a:r>
            <a:r>
              <a:rPr lang="en-US" err="1"/>
              <a:t>implementa</a:t>
            </a:r>
            <a:r>
              <a:rPr lang="en-US"/>
              <a:t> </a:t>
            </a:r>
            <a:r>
              <a:rPr lang="en-US" err="1"/>
              <a:t>DevSecOps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err="1"/>
              <a:t>Identifique</a:t>
            </a:r>
            <a:r>
              <a:rPr lang="en-US"/>
              <a:t> se </a:t>
            </a:r>
            <a:r>
              <a:rPr lang="en-US" err="1"/>
              <a:t>há</a:t>
            </a:r>
            <a:r>
              <a:rPr lang="en-US"/>
              <a:t> </a:t>
            </a:r>
            <a:r>
              <a:rPr lang="en-US" err="1"/>
              <a:t>ou</a:t>
            </a:r>
            <a:r>
              <a:rPr lang="en-US"/>
              <a:t> nao </a:t>
            </a:r>
            <a:r>
              <a:rPr lang="en-US" err="1"/>
              <a:t>há</a:t>
            </a:r>
            <a:r>
              <a:rPr lang="en-US"/>
              <a:t> </a:t>
            </a:r>
            <a:r>
              <a:rPr lang="en-US" err="1"/>
              <a:t>controlos</a:t>
            </a:r>
            <a:r>
              <a:rPr lang="en-US"/>
              <a:t> de </a:t>
            </a:r>
            <a:r>
              <a:rPr lang="en-US" err="1"/>
              <a:t>segurança</a:t>
            </a:r>
            <a:r>
              <a:rPr lang="en-US"/>
              <a:t> ja </a:t>
            </a:r>
            <a:r>
              <a:rPr lang="en-US" err="1"/>
              <a:t>implementados</a:t>
            </a:r>
            <a:r>
              <a:rPr lang="en-US"/>
              <a:t> (</a:t>
            </a:r>
            <a:r>
              <a:rPr lang="en-US" err="1"/>
              <a:t>práticas</a:t>
            </a:r>
            <a:r>
              <a:rPr lang="en-US"/>
              <a:t>, ferramentas e </a:t>
            </a:r>
            <a:r>
              <a:rPr lang="en-US" err="1"/>
              <a:t>oportunidades</a:t>
            </a:r>
            <a:r>
              <a:rPr lang="en-US"/>
              <a:t> de </a:t>
            </a:r>
            <a:r>
              <a:rPr lang="en-US" err="1"/>
              <a:t>melhoria</a:t>
            </a:r>
            <a:r>
              <a:rPr lang="en-US"/>
              <a:t>)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err="1"/>
              <a:t>Entenda</a:t>
            </a:r>
            <a:r>
              <a:rPr lang="en-US"/>
              <a:t> </a:t>
            </a:r>
            <a:r>
              <a:rPr lang="en-US" err="1"/>
              <a:t>como</a:t>
            </a:r>
            <a:r>
              <a:rPr lang="en-US"/>
              <a:t> as </a:t>
            </a:r>
            <a:r>
              <a:rPr lang="en-US" err="1"/>
              <a:t>aplicações</a:t>
            </a:r>
            <a:r>
              <a:rPr lang="en-US"/>
              <a:t> </a:t>
            </a:r>
            <a:r>
              <a:rPr lang="en-US" err="1"/>
              <a:t>são</a:t>
            </a:r>
            <a:r>
              <a:rPr lang="en-US"/>
              <a:t> </a:t>
            </a:r>
            <a:r>
              <a:rPr lang="en-US" err="1"/>
              <a:t>desenvolvidas</a:t>
            </a:r>
            <a:r>
              <a:rPr lang="en-US"/>
              <a:t> e </a:t>
            </a:r>
            <a:r>
              <a:rPr lang="en-US" err="1"/>
              <a:t>colocadas</a:t>
            </a:r>
            <a:r>
              <a:rPr lang="en-US"/>
              <a:t> </a:t>
            </a:r>
            <a:r>
              <a:rPr lang="en-US" err="1"/>
              <a:t>em</a:t>
            </a:r>
            <a:r>
              <a:rPr lang="en-US"/>
              <a:t> </a:t>
            </a:r>
            <a:r>
              <a:rPr lang="en-US" err="1"/>
              <a:t>produção</a:t>
            </a:r>
            <a:r>
              <a:rPr lang="en-US"/>
              <a:t> e o que seria </a:t>
            </a:r>
            <a:r>
              <a:rPr lang="en-US" err="1"/>
              <a:t>necessário</a:t>
            </a:r>
            <a:r>
              <a:rPr lang="en-US"/>
              <a:t> para </a:t>
            </a:r>
            <a:r>
              <a:rPr lang="en-US" err="1"/>
              <a:t>implementar</a:t>
            </a:r>
            <a:r>
              <a:rPr lang="en-US"/>
              <a:t>/</a:t>
            </a:r>
            <a:r>
              <a:rPr lang="en-US" err="1"/>
              <a:t>melhorar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processo</a:t>
            </a:r>
            <a:endParaRPr lang="en-US"/>
          </a:p>
          <a:p>
            <a:pPr marL="0" indent="0">
              <a:buNone/>
            </a:pPr>
            <a:r>
              <a:rPr lang="en-US"/>
              <a:t>Isso </a:t>
            </a:r>
            <a:r>
              <a:rPr lang="en-US" err="1"/>
              <a:t>ajudará</a:t>
            </a:r>
            <a:r>
              <a:rPr lang="en-US"/>
              <a:t> a </a:t>
            </a:r>
            <a:r>
              <a:rPr lang="en-US" err="1"/>
              <a:t>entender</a:t>
            </a:r>
            <a:r>
              <a:rPr lang="en-US"/>
              <a:t> o </a:t>
            </a:r>
            <a:r>
              <a:rPr lang="en-US" err="1"/>
              <a:t>cenário</a:t>
            </a:r>
            <a:r>
              <a:rPr lang="en-US"/>
              <a:t> </a:t>
            </a:r>
            <a:r>
              <a:rPr lang="en-US" err="1"/>
              <a:t>atual</a:t>
            </a:r>
            <a:r>
              <a:rPr lang="en-US"/>
              <a:t> e </a:t>
            </a:r>
            <a:r>
              <a:rPr lang="en-US" err="1"/>
              <a:t>traçar</a:t>
            </a:r>
            <a:r>
              <a:rPr lang="en-US"/>
              <a:t> </a:t>
            </a:r>
            <a:r>
              <a:rPr lang="en-US" err="1"/>
              <a:t>objetivos</a:t>
            </a:r>
            <a:r>
              <a:rPr lang="en-US"/>
              <a:t> a </a:t>
            </a:r>
            <a:r>
              <a:rPr lang="en-US" err="1"/>
              <a:t>curto</a:t>
            </a:r>
            <a:r>
              <a:rPr lang="en-US"/>
              <a:t>, </a:t>
            </a:r>
            <a:r>
              <a:rPr lang="en-US" err="1"/>
              <a:t>médio</a:t>
            </a:r>
            <a:r>
              <a:rPr lang="en-US"/>
              <a:t> e </a:t>
            </a:r>
            <a:r>
              <a:rPr lang="en-US" err="1"/>
              <a:t>longo</a:t>
            </a:r>
            <a:r>
              <a:rPr lang="en-US"/>
              <a:t> </a:t>
            </a:r>
            <a:r>
              <a:rPr lang="en-US" err="1"/>
              <a:t>prazo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547504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A3416-1680-857C-FC1E-203B14A24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Começando</a:t>
            </a:r>
            <a:r>
              <a:rPr lang="en-US"/>
              <a:t> </a:t>
            </a:r>
            <a:r>
              <a:rPr lang="en-US" err="1"/>
              <a:t>DevSecOps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874B59-060C-49F9-79C8-D94B8B1E8B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2 – </a:t>
            </a:r>
            <a:r>
              <a:rPr lang="en-US" err="1"/>
              <a:t>Comece</a:t>
            </a:r>
            <a:r>
              <a:rPr lang="en-US"/>
              <a:t> </a:t>
            </a:r>
            <a:r>
              <a:rPr lang="en-US" err="1"/>
              <a:t>aos</a:t>
            </a:r>
            <a:r>
              <a:rPr lang="en-US"/>
              <a:t> </a:t>
            </a:r>
            <a:r>
              <a:rPr lang="en-US" err="1"/>
              <a:t>poucos</a:t>
            </a:r>
            <a:r>
              <a:rPr lang="en-US"/>
              <a:t> e </a:t>
            </a:r>
            <a:r>
              <a:rPr lang="en-US" err="1"/>
              <a:t>vá</a:t>
            </a:r>
            <a:r>
              <a:rPr lang="en-US"/>
              <a:t> </a:t>
            </a:r>
            <a:r>
              <a:rPr lang="en-US" err="1"/>
              <a:t>melhorando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err="1"/>
              <a:t>Implemente</a:t>
            </a:r>
            <a:r>
              <a:rPr lang="en-US"/>
              <a:t> </a:t>
            </a:r>
            <a:r>
              <a:rPr lang="en-US" err="1"/>
              <a:t>em</a:t>
            </a:r>
            <a:r>
              <a:rPr lang="en-US"/>
              <a:t> </a:t>
            </a:r>
            <a:r>
              <a:rPr lang="en-US" err="1"/>
              <a:t>pequenos</a:t>
            </a:r>
            <a:r>
              <a:rPr lang="en-US"/>
              <a:t> </a:t>
            </a:r>
            <a:r>
              <a:rPr lang="en-US" err="1"/>
              <a:t>projetos</a:t>
            </a:r>
            <a:r>
              <a:rPr lang="en-US"/>
              <a:t> </a:t>
            </a:r>
            <a:r>
              <a:rPr lang="en-US" err="1"/>
              <a:t>ou</a:t>
            </a:r>
            <a:r>
              <a:rPr lang="en-US"/>
              <a:t> </a:t>
            </a:r>
            <a:r>
              <a:rPr lang="en-US" err="1"/>
              <a:t>projetos</a:t>
            </a:r>
            <a:r>
              <a:rPr lang="en-US"/>
              <a:t> </a:t>
            </a:r>
            <a:r>
              <a:rPr lang="en-US" err="1"/>
              <a:t>pilotos</a:t>
            </a:r>
            <a:r>
              <a:rPr lang="en-US"/>
              <a:t> 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err="1"/>
              <a:t>Foque</a:t>
            </a:r>
            <a:r>
              <a:rPr lang="en-US"/>
              <a:t> </a:t>
            </a:r>
            <a:r>
              <a:rPr lang="en-US" err="1"/>
              <a:t>em</a:t>
            </a:r>
            <a:r>
              <a:rPr lang="en-US"/>
              <a:t> um </a:t>
            </a:r>
            <a:r>
              <a:rPr lang="en-US" err="1"/>
              <a:t>ou</a:t>
            </a:r>
            <a:r>
              <a:rPr lang="en-US"/>
              <a:t> </a:t>
            </a:r>
            <a:r>
              <a:rPr lang="en-US" err="1"/>
              <a:t>dois</a:t>
            </a:r>
            <a:r>
              <a:rPr lang="en-US"/>
              <a:t> </a:t>
            </a:r>
            <a:r>
              <a:rPr lang="en-US" err="1"/>
              <a:t>controlos</a:t>
            </a:r>
            <a:r>
              <a:rPr lang="en-US"/>
              <a:t> de </a:t>
            </a:r>
            <a:r>
              <a:rPr lang="en-US" err="1"/>
              <a:t>segurança</a:t>
            </a:r>
            <a:r>
              <a:rPr lang="en-US"/>
              <a:t>, </a:t>
            </a:r>
            <a:r>
              <a:rPr lang="en-US" err="1"/>
              <a:t>preferencialmente</a:t>
            </a:r>
            <a:r>
              <a:rPr lang="en-US"/>
              <a:t> </a:t>
            </a:r>
            <a:r>
              <a:rPr lang="en-US" err="1"/>
              <a:t>os</a:t>
            </a:r>
            <a:r>
              <a:rPr lang="en-US"/>
              <a:t> que </a:t>
            </a:r>
            <a:r>
              <a:rPr lang="en-US" err="1"/>
              <a:t>estão</a:t>
            </a:r>
            <a:r>
              <a:rPr lang="en-US"/>
              <a:t> no </a:t>
            </a:r>
            <a:r>
              <a:rPr lang="en-US" err="1"/>
              <a:t>começo</a:t>
            </a:r>
            <a:r>
              <a:rPr lang="en-US"/>
              <a:t> do SDLC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err="1"/>
              <a:t>Aprenda</a:t>
            </a:r>
            <a:r>
              <a:rPr lang="en-US"/>
              <a:t> com o </a:t>
            </a:r>
            <a:r>
              <a:rPr lang="en-US" err="1"/>
              <a:t>processo</a:t>
            </a:r>
            <a:r>
              <a:rPr lang="en-US"/>
              <a:t> o que </a:t>
            </a:r>
            <a:r>
              <a:rPr lang="en-US" err="1"/>
              <a:t>pode</a:t>
            </a:r>
            <a:r>
              <a:rPr lang="en-US"/>
              <a:t> ser </a:t>
            </a:r>
            <a:r>
              <a:rPr lang="en-US" err="1"/>
              <a:t>melhorado</a:t>
            </a:r>
            <a:r>
              <a:rPr lang="en-US"/>
              <a:t> e/</a:t>
            </a:r>
            <a:r>
              <a:rPr lang="en-US" err="1"/>
              <a:t>ou</a:t>
            </a:r>
            <a:r>
              <a:rPr lang="en-US"/>
              <a:t> </a:t>
            </a:r>
            <a:r>
              <a:rPr lang="en-US" err="1"/>
              <a:t>adaptado</a:t>
            </a:r>
            <a:r>
              <a:rPr lang="en-US"/>
              <a:t> e </a:t>
            </a:r>
            <a:r>
              <a:rPr lang="en-US" err="1"/>
              <a:t>expanda</a:t>
            </a:r>
            <a:r>
              <a:rPr lang="en-US"/>
              <a:t> para outros </a:t>
            </a:r>
            <a:r>
              <a:rPr lang="en-US" err="1"/>
              <a:t>projetos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Com </a:t>
            </a:r>
            <a:r>
              <a:rPr lang="en-US" err="1"/>
              <a:t>isso</a:t>
            </a:r>
            <a:r>
              <a:rPr lang="en-US"/>
              <a:t> </a:t>
            </a:r>
            <a:r>
              <a:rPr lang="en-US" err="1"/>
              <a:t>você</a:t>
            </a:r>
            <a:r>
              <a:rPr lang="en-US"/>
              <a:t> </a:t>
            </a:r>
            <a:r>
              <a:rPr lang="en-US" err="1"/>
              <a:t>consegue</a:t>
            </a:r>
            <a:r>
              <a:rPr lang="en-US"/>
              <a:t> </a:t>
            </a:r>
            <a:r>
              <a:rPr lang="en-US" err="1"/>
              <a:t>iniciar</a:t>
            </a:r>
            <a:r>
              <a:rPr lang="en-US"/>
              <a:t> a </a:t>
            </a:r>
            <a:r>
              <a:rPr lang="en-US" err="1"/>
              <a:t>implementação</a:t>
            </a:r>
            <a:r>
              <a:rPr lang="en-US"/>
              <a:t> de </a:t>
            </a:r>
            <a:r>
              <a:rPr lang="en-US" err="1"/>
              <a:t>DevSecOps</a:t>
            </a:r>
            <a:r>
              <a:rPr lang="en-US"/>
              <a:t> </a:t>
            </a:r>
            <a:r>
              <a:rPr lang="en-US" err="1"/>
              <a:t>aos</a:t>
            </a:r>
            <a:r>
              <a:rPr lang="en-US"/>
              <a:t> </a:t>
            </a:r>
            <a:r>
              <a:rPr lang="en-US" err="1"/>
              <a:t>poucos</a:t>
            </a:r>
            <a:r>
              <a:rPr lang="en-US"/>
              <a:t> e </a:t>
            </a:r>
            <a:r>
              <a:rPr lang="en-US" err="1"/>
              <a:t>expandir</a:t>
            </a:r>
            <a:r>
              <a:rPr lang="en-US"/>
              <a:t> de </a:t>
            </a:r>
            <a:r>
              <a:rPr lang="en-US" err="1"/>
              <a:t>maneira</a:t>
            </a:r>
            <a:r>
              <a:rPr lang="en-US"/>
              <a:t> </a:t>
            </a:r>
            <a:r>
              <a:rPr lang="en-US" err="1"/>
              <a:t>segura</a:t>
            </a:r>
            <a:r>
              <a:rPr lang="en-US"/>
              <a:t> e </a:t>
            </a:r>
            <a:r>
              <a:rPr lang="en-US" err="1"/>
              <a:t>assim</a:t>
            </a:r>
            <a:r>
              <a:rPr lang="en-US"/>
              <a:t>, </a:t>
            </a:r>
            <a:r>
              <a:rPr lang="en-US" err="1"/>
              <a:t>ganhar</a:t>
            </a:r>
            <a:r>
              <a:rPr lang="en-US"/>
              <a:t> </a:t>
            </a:r>
            <a:r>
              <a:rPr lang="en-US" err="1"/>
              <a:t>maturidade</a:t>
            </a:r>
            <a:r>
              <a:rPr lang="en-US"/>
              <a:t> de segurança</a:t>
            </a:r>
          </a:p>
        </p:txBody>
      </p:sp>
    </p:spTree>
    <p:extLst>
      <p:ext uri="{BB962C8B-B14F-4D97-AF65-F5344CB8AC3E}">
        <p14:creationId xmlns:p14="http://schemas.microsoft.com/office/powerpoint/2010/main" val="8569712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8228EE-9E44-ADE5-CC10-0370A29A6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Começando</a:t>
            </a:r>
            <a:r>
              <a:rPr lang="en-US"/>
              <a:t> </a:t>
            </a:r>
            <a:r>
              <a:rPr lang="en-US" err="1"/>
              <a:t>DevSecOps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AD15C6-C4B3-48D0-9FE1-3D81FECAC3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3 – </a:t>
            </a:r>
            <a:r>
              <a:rPr lang="en-US" err="1"/>
              <a:t>Promova</a:t>
            </a:r>
            <a:r>
              <a:rPr lang="en-US"/>
              <a:t> a "Cultura de </a:t>
            </a:r>
            <a:r>
              <a:rPr lang="en-US" err="1"/>
              <a:t>segurança</a:t>
            </a:r>
            <a:r>
              <a:rPr lang="en-US"/>
              <a:t>"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err="1"/>
              <a:t>Explique</a:t>
            </a:r>
            <a:r>
              <a:rPr lang="en-US"/>
              <a:t> a </a:t>
            </a:r>
            <a:r>
              <a:rPr lang="en-US" err="1"/>
              <a:t>equipa</a:t>
            </a:r>
            <a:r>
              <a:rPr lang="en-US"/>
              <a:t> a </a:t>
            </a:r>
            <a:r>
              <a:rPr lang="en-US" err="1"/>
              <a:t>motivação</a:t>
            </a:r>
            <a:r>
              <a:rPr lang="en-US"/>
              <a:t> de se </a:t>
            </a:r>
            <a:r>
              <a:rPr lang="en-US" err="1"/>
              <a:t>ter</a:t>
            </a:r>
            <a:r>
              <a:rPr lang="en-US"/>
              <a:t> </a:t>
            </a:r>
            <a:r>
              <a:rPr lang="en-US" err="1"/>
              <a:t>DevSecOps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err="1"/>
              <a:t>Encoraje</a:t>
            </a:r>
            <a:r>
              <a:rPr lang="en-US"/>
              <a:t> o </a:t>
            </a:r>
            <a:r>
              <a:rPr lang="en-US" err="1"/>
              <a:t>compartilhamento</a:t>
            </a:r>
            <a:r>
              <a:rPr lang="en-US"/>
              <a:t> de </a:t>
            </a:r>
            <a:r>
              <a:rPr lang="en-US" err="1"/>
              <a:t>responsabilidade</a:t>
            </a:r>
            <a:r>
              <a:rPr lang="en-US"/>
              <a:t> e </a:t>
            </a:r>
            <a:r>
              <a:rPr lang="en-US" err="1"/>
              <a:t>segurança</a:t>
            </a:r>
            <a:r>
              <a:rPr lang="en-US"/>
              <a:t> </a:t>
            </a:r>
            <a:r>
              <a:rPr lang="en-US" err="1"/>
              <a:t>proativa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err="1"/>
              <a:t>Inclua</a:t>
            </a:r>
            <a:r>
              <a:rPr lang="en-US"/>
              <a:t> </a:t>
            </a:r>
            <a:r>
              <a:rPr lang="en-US" err="1"/>
              <a:t>segurança</a:t>
            </a:r>
            <a:r>
              <a:rPr lang="en-US"/>
              <a:t> </a:t>
            </a:r>
            <a:r>
              <a:rPr lang="en-US" err="1"/>
              <a:t>nos</a:t>
            </a:r>
            <a:r>
              <a:rPr lang="en-US"/>
              <a:t> </a:t>
            </a:r>
            <a:r>
              <a:rPr lang="en-US" err="1"/>
              <a:t>objetivos</a:t>
            </a:r>
            <a:r>
              <a:rPr lang="en-US"/>
              <a:t> das </a:t>
            </a:r>
            <a:r>
              <a:rPr lang="en-US" err="1"/>
              <a:t>equipas</a:t>
            </a:r>
            <a:r>
              <a:rPr lang="en-US"/>
              <a:t> e </a:t>
            </a:r>
            <a:r>
              <a:rPr lang="en-US" err="1"/>
              <a:t>revisão</a:t>
            </a:r>
            <a:r>
              <a:rPr lang="en-US"/>
              <a:t> de performance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err="1"/>
              <a:t>Inclua</a:t>
            </a:r>
            <a:r>
              <a:rPr lang="en-US"/>
              <a:t> Key Performance Indicators (KPI's) </a:t>
            </a:r>
            <a:r>
              <a:rPr lang="en-US" err="1"/>
              <a:t>nas</a:t>
            </a:r>
            <a:r>
              <a:rPr lang="en-US"/>
              <a:t> </a:t>
            </a:r>
            <a:r>
              <a:rPr lang="en-US" err="1"/>
              <a:t>métricas</a:t>
            </a:r>
            <a:r>
              <a:rPr lang="en-US"/>
              <a:t> da </a:t>
            </a:r>
            <a:r>
              <a:rPr lang="en-US" err="1"/>
              <a:t>equipa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0728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47208-02F2-B99F-4BAA-F649557A9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926B8-F69C-F063-5F09-A0963E49F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Começando</a:t>
            </a:r>
            <a:r>
              <a:rPr lang="en-US"/>
              <a:t> </a:t>
            </a:r>
            <a:r>
              <a:rPr lang="en-US" err="1"/>
              <a:t>DevSecOps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560B13-3C83-AE7D-59E8-EC2028B4FB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4– </a:t>
            </a:r>
            <a:r>
              <a:rPr lang="en-US" err="1"/>
              <a:t>Automações</a:t>
            </a:r>
            <a:r>
              <a:rPr lang="en-US"/>
              <a:t> do </a:t>
            </a:r>
            <a:r>
              <a:rPr lang="en-US" err="1"/>
              <a:t>princípio</a:t>
            </a:r>
            <a:r>
              <a:rPr lang="en-US"/>
              <a:t> </a:t>
            </a:r>
            <a:r>
              <a:rPr lang="en-US" err="1"/>
              <a:t>ao</a:t>
            </a:r>
            <a:r>
              <a:rPr lang="en-US"/>
              <a:t> </a:t>
            </a:r>
            <a:r>
              <a:rPr lang="en-US" err="1"/>
              <a:t>fim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err="1"/>
              <a:t>Integre</a:t>
            </a:r>
            <a:r>
              <a:rPr lang="en-US"/>
              <a:t> ferramentas de </a:t>
            </a:r>
            <a:r>
              <a:rPr lang="en-US" err="1"/>
              <a:t>segurança</a:t>
            </a:r>
            <a:r>
              <a:rPr lang="en-US"/>
              <a:t> </a:t>
            </a:r>
            <a:r>
              <a:rPr lang="en-US" err="1"/>
              <a:t>aos</a:t>
            </a:r>
            <a:r>
              <a:rPr lang="en-US"/>
              <a:t> pipelines de CI/CD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Automatize o scan de </a:t>
            </a:r>
            <a:r>
              <a:rPr lang="en-US" err="1"/>
              <a:t>vulnerabilidades</a:t>
            </a:r>
            <a:r>
              <a:rPr lang="en-US"/>
              <a:t>, </a:t>
            </a:r>
            <a:r>
              <a:rPr lang="en-US" err="1"/>
              <a:t>checagem</a:t>
            </a:r>
            <a:r>
              <a:rPr lang="en-US"/>
              <a:t> de </a:t>
            </a:r>
            <a:r>
              <a:rPr lang="en-US" err="1"/>
              <a:t>dependências</a:t>
            </a:r>
            <a:r>
              <a:rPr lang="en-US"/>
              <a:t> e </a:t>
            </a:r>
            <a:r>
              <a:rPr lang="en-US" err="1"/>
              <a:t>requisitos</a:t>
            </a:r>
            <a:r>
              <a:rPr lang="en-US"/>
              <a:t> de compliance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err="1"/>
              <a:t>Tenha</a:t>
            </a:r>
            <a:r>
              <a:rPr lang="en-US"/>
              <a:t> um </a:t>
            </a:r>
            <a:r>
              <a:rPr lang="en-US" err="1"/>
              <a:t>processo</a:t>
            </a:r>
            <a:r>
              <a:rPr lang="en-US"/>
              <a:t> que </a:t>
            </a:r>
            <a:r>
              <a:rPr lang="en-US" err="1"/>
              <a:t>garanta</a:t>
            </a:r>
            <a:r>
              <a:rPr lang="en-US"/>
              <a:t> a </a:t>
            </a:r>
            <a:r>
              <a:rPr lang="en-US" err="1"/>
              <a:t>revisão</a:t>
            </a:r>
            <a:r>
              <a:rPr lang="en-US"/>
              <a:t> </a:t>
            </a:r>
            <a:r>
              <a:rPr lang="en-US" err="1"/>
              <a:t>periódica</a:t>
            </a:r>
            <a:r>
              <a:rPr lang="en-US"/>
              <a:t> dessas </a:t>
            </a:r>
            <a:r>
              <a:rPr lang="en-US" err="1"/>
              <a:t>automações</a:t>
            </a:r>
          </a:p>
        </p:txBody>
      </p:sp>
    </p:spTree>
    <p:extLst>
      <p:ext uri="{BB962C8B-B14F-4D97-AF65-F5344CB8AC3E}">
        <p14:creationId xmlns:p14="http://schemas.microsoft.com/office/powerpoint/2010/main" val="22542975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B9E3A2-810D-3F1A-2BC6-E90E5231F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Exemplos de ferramentas para CI/CD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86CAB9-1230-E9ED-D448-7C659E459C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b="1">
                <a:ea typeface="+mn-lt"/>
                <a:cs typeface="+mn-lt"/>
              </a:rPr>
              <a:t>SAST:</a:t>
            </a:r>
            <a:r>
              <a:rPr lang="en-US">
                <a:ea typeface="+mn-lt"/>
                <a:cs typeface="+mn-lt"/>
              </a:rPr>
              <a:t> SonarQube, Checkmarx, Fortify</a:t>
            </a:r>
            <a:endParaRPr lang="en-US"/>
          </a:p>
          <a:p>
            <a:r>
              <a:rPr lang="en-US" b="1">
                <a:ea typeface="+mn-lt"/>
                <a:cs typeface="+mn-lt"/>
              </a:rPr>
              <a:t>DAST:</a:t>
            </a:r>
            <a:r>
              <a:rPr lang="en-US">
                <a:ea typeface="+mn-lt"/>
                <a:cs typeface="+mn-lt"/>
              </a:rPr>
              <a:t> OWASP ZAP, Burp Suite, Acunetix</a:t>
            </a:r>
            <a:endParaRPr lang="en-US"/>
          </a:p>
          <a:p>
            <a:r>
              <a:rPr lang="en-US" b="1">
                <a:ea typeface="+mn-lt"/>
                <a:cs typeface="+mn-lt"/>
              </a:rPr>
              <a:t>SCA:</a:t>
            </a:r>
            <a:r>
              <a:rPr lang="en-US">
                <a:ea typeface="+mn-lt"/>
                <a:cs typeface="+mn-lt"/>
              </a:rPr>
              <a:t> Snyk, Dependabot, Nexus Lifecycle</a:t>
            </a:r>
            <a:endParaRPr lang="en-US"/>
          </a:p>
          <a:p>
            <a:r>
              <a:rPr lang="en-US" b="1">
                <a:ea typeface="+mn-lt"/>
                <a:cs typeface="+mn-lt"/>
              </a:rPr>
              <a:t>IaC Security:</a:t>
            </a:r>
            <a:r>
              <a:rPr lang="en-US">
                <a:ea typeface="+mn-lt"/>
                <a:cs typeface="+mn-lt"/>
              </a:rPr>
              <a:t> Bridgecrew, Checkov, Terrascan</a:t>
            </a:r>
            <a:endParaRPr lang="en-US"/>
          </a:p>
          <a:p>
            <a:r>
              <a:rPr lang="en-US" b="1">
                <a:ea typeface="+mn-lt"/>
                <a:cs typeface="+mn-lt"/>
              </a:rPr>
              <a:t>Container Security:</a:t>
            </a:r>
            <a:r>
              <a:rPr lang="en-US">
                <a:ea typeface="+mn-lt"/>
                <a:cs typeface="+mn-lt"/>
              </a:rPr>
              <a:t> Aqua Security, Twistlock (Palo Alto Networks), Clair</a:t>
            </a:r>
            <a:endParaRPr lang="en-US"/>
          </a:p>
          <a:p>
            <a:r>
              <a:rPr lang="en-US" b="1">
                <a:ea typeface="+mn-lt"/>
                <a:cs typeface="+mn-lt"/>
              </a:rPr>
              <a:t>Cloud Security Posture Management (CSPM):</a:t>
            </a:r>
            <a:r>
              <a:rPr lang="en-US">
                <a:ea typeface="+mn-lt"/>
                <a:cs typeface="+mn-lt"/>
              </a:rPr>
              <a:t> Prisma Cloud, Lacework</a:t>
            </a:r>
            <a:endParaRPr lang="en-US"/>
          </a:p>
          <a:p>
            <a:r>
              <a:rPr lang="en-US" b="1">
                <a:ea typeface="+mn-lt"/>
                <a:cs typeface="+mn-lt"/>
              </a:rPr>
              <a:t>CI/CD:</a:t>
            </a:r>
            <a:r>
              <a:rPr lang="en-US">
                <a:ea typeface="+mn-lt"/>
                <a:cs typeface="+mn-lt"/>
              </a:rPr>
              <a:t> Jenkins, GitLab CI, GitHub Actions, Azure DevOps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58622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73E1D-C4F9-2635-1CE7-B9AEF79ED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Desafios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123767-A7A5-ADBB-2225-1A032F96B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err="1"/>
              <a:t>Resistência</a:t>
            </a:r>
            <a:r>
              <a:rPr lang="en-US"/>
              <a:t> cultural: </a:t>
            </a:r>
            <a:r>
              <a:rPr lang="en-US" err="1"/>
              <a:t>Superar</a:t>
            </a:r>
            <a:r>
              <a:rPr lang="en-US"/>
              <a:t> a </a:t>
            </a:r>
            <a:r>
              <a:rPr lang="en-US" err="1"/>
              <a:t>ideia</a:t>
            </a:r>
            <a:r>
              <a:rPr lang="en-US"/>
              <a:t> de que </a:t>
            </a:r>
            <a:r>
              <a:rPr lang="en-US" err="1"/>
              <a:t>segurança</a:t>
            </a:r>
            <a:r>
              <a:rPr lang="en-US"/>
              <a:t> e </a:t>
            </a:r>
            <a:r>
              <a:rPr lang="en-US" err="1"/>
              <a:t>responsabilidade</a:t>
            </a:r>
            <a:r>
              <a:rPr lang="en-US"/>
              <a:t> de </a:t>
            </a:r>
            <a:r>
              <a:rPr lang="en-US" err="1"/>
              <a:t>uma</a:t>
            </a:r>
            <a:r>
              <a:rPr lang="en-US"/>
              <a:t> </a:t>
            </a:r>
            <a:r>
              <a:rPr lang="en-US" err="1"/>
              <a:t>equipa</a:t>
            </a:r>
            <a:endParaRPr lang="en-US"/>
          </a:p>
          <a:p>
            <a:r>
              <a:rPr lang="en-US"/>
              <a:t>Ferramentas e </a:t>
            </a:r>
            <a:r>
              <a:rPr lang="en-US" err="1"/>
              <a:t>integrações</a:t>
            </a:r>
            <a:r>
              <a:rPr lang="en-US"/>
              <a:t>: </a:t>
            </a:r>
            <a:r>
              <a:rPr lang="en-US" err="1"/>
              <a:t>Definir</a:t>
            </a:r>
            <a:r>
              <a:rPr lang="en-US"/>
              <a:t> quais ferramentas </a:t>
            </a:r>
            <a:r>
              <a:rPr lang="en-US" err="1"/>
              <a:t>fazem</a:t>
            </a:r>
            <a:r>
              <a:rPr lang="en-US"/>
              <a:t> </a:t>
            </a:r>
            <a:r>
              <a:rPr lang="en-US" err="1"/>
              <a:t>sentido</a:t>
            </a:r>
            <a:r>
              <a:rPr lang="en-US"/>
              <a:t> </a:t>
            </a:r>
            <a:r>
              <a:rPr lang="en-US" err="1"/>
              <a:t>na</a:t>
            </a:r>
            <a:r>
              <a:rPr lang="en-US"/>
              <a:t> </a:t>
            </a:r>
            <a:r>
              <a:rPr lang="en-US" err="1"/>
              <a:t>sua</a:t>
            </a:r>
            <a:r>
              <a:rPr lang="en-US"/>
              <a:t> </a:t>
            </a:r>
            <a:r>
              <a:rPr lang="en-US" err="1"/>
              <a:t>empresa</a:t>
            </a:r>
            <a:r>
              <a:rPr lang="en-US"/>
              <a:t> e </a:t>
            </a:r>
            <a:r>
              <a:rPr lang="en-US" err="1"/>
              <a:t>intregá</a:t>
            </a:r>
            <a:r>
              <a:rPr lang="en-US"/>
              <a:t>-las</a:t>
            </a:r>
          </a:p>
          <a:p>
            <a:r>
              <a:rPr lang="en-US" err="1"/>
              <a:t>Falsos-positivos</a:t>
            </a:r>
            <a:r>
              <a:rPr lang="en-US"/>
              <a:t>: Ferramentas </a:t>
            </a:r>
            <a:r>
              <a:rPr lang="en-US" err="1"/>
              <a:t>muitas</a:t>
            </a:r>
            <a:r>
              <a:rPr lang="en-US"/>
              <a:t> </a:t>
            </a:r>
            <a:r>
              <a:rPr lang="en-US" err="1"/>
              <a:t>vezes</a:t>
            </a:r>
            <a:r>
              <a:rPr lang="en-US"/>
              <a:t> </a:t>
            </a:r>
            <a:r>
              <a:rPr lang="en-US" err="1"/>
              <a:t>precisam</a:t>
            </a:r>
            <a:r>
              <a:rPr lang="en-US"/>
              <a:t> de </a:t>
            </a:r>
            <a:r>
              <a:rPr lang="en-US" i="1"/>
              <a:t>tunning </a:t>
            </a:r>
            <a:r>
              <a:rPr lang="en-US"/>
              <a:t>para </a:t>
            </a:r>
            <a:r>
              <a:rPr lang="en-US" err="1"/>
              <a:t>não</a:t>
            </a:r>
            <a:r>
              <a:rPr lang="en-US"/>
              <a:t> </a:t>
            </a:r>
            <a:r>
              <a:rPr lang="en-US" err="1"/>
              <a:t>identificarem</a:t>
            </a:r>
            <a:r>
              <a:rPr lang="en-US"/>
              <a:t> </a:t>
            </a:r>
            <a:r>
              <a:rPr lang="en-US" err="1"/>
              <a:t>muitos</a:t>
            </a:r>
            <a:r>
              <a:rPr lang="en-US"/>
              <a:t> </a:t>
            </a:r>
            <a:r>
              <a:rPr lang="en-US" err="1"/>
              <a:t>falsos</a:t>
            </a:r>
            <a:r>
              <a:rPr lang="en-US"/>
              <a:t> </a:t>
            </a:r>
            <a:r>
              <a:rPr lang="en-US" err="1"/>
              <a:t>positivos</a:t>
            </a:r>
            <a:endParaRPr lang="en-US"/>
          </a:p>
          <a:p>
            <a:r>
              <a:rPr lang="en-US"/>
              <a:t>Falta de skill: É </a:t>
            </a:r>
            <a:r>
              <a:rPr lang="en-US" err="1"/>
              <a:t>necessario</a:t>
            </a:r>
            <a:r>
              <a:rPr lang="en-US"/>
              <a:t> </a:t>
            </a:r>
            <a:r>
              <a:rPr lang="en-US" err="1"/>
              <a:t>treinar</a:t>
            </a:r>
            <a:r>
              <a:rPr lang="en-US"/>
              <a:t> </a:t>
            </a:r>
            <a:r>
              <a:rPr lang="en-US" err="1"/>
              <a:t>os</a:t>
            </a:r>
            <a:r>
              <a:rPr lang="en-US"/>
              <a:t> </a:t>
            </a:r>
            <a:r>
              <a:rPr lang="en-US" err="1"/>
              <a:t>desenvolvedores</a:t>
            </a:r>
            <a:r>
              <a:rPr lang="en-US"/>
              <a:t> e a </a:t>
            </a:r>
            <a:r>
              <a:rPr lang="en-US" err="1"/>
              <a:t>equipa</a:t>
            </a:r>
            <a:r>
              <a:rPr lang="en-US"/>
              <a:t> de </a:t>
            </a:r>
            <a:r>
              <a:rPr lang="en-US" err="1"/>
              <a:t>operações</a:t>
            </a:r>
            <a:r>
              <a:rPr lang="en-US"/>
              <a:t> </a:t>
            </a:r>
            <a:r>
              <a:rPr lang="en-US" err="1"/>
              <a:t>em</a:t>
            </a:r>
            <a:r>
              <a:rPr lang="en-US"/>
              <a:t> </a:t>
            </a:r>
            <a:r>
              <a:rPr lang="en-US" err="1"/>
              <a:t>conceitos</a:t>
            </a:r>
            <a:r>
              <a:rPr lang="en-US"/>
              <a:t> de </a:t>
            </a:r>
            <a:r>
              <a:rPr lang="en-US" err="1"/>
              <a:t>segurança</a:t>
            </a:r>
            <a:r>
              <a:rPr lang="en-US"/>
              <a:t> e </a:t>
            </a:r>
            <a:r>
              <a:rPr lang="en-US" err="1"/>
              <a:t>DevSecOps</a:t>
            </a:r>
            <a:endParaRPr lang="en-US"/>
          </a:p>
          <a:p>
            <a:r>
              <a:rPr lang="en-US" err="1"/>
              <a:t>Medir</a:t>
            </a:r>
            <a:r>
              <a:rPr lang="en-US"/>
              <a:t> a </a:t>
            </a:r>
            <a:r>
              <a:rPr lang="en-US" err="1"/>
              <a:t>maturidade</a:t>
            </a:r>
            <a:r>
              <a:rPr lang="en-US"/>
              <a:t>: É </a:t>
            </a:r>
            <a:r>
              <a:rPr lang="en-US" err="1"/>
              <a:t>necessário</a:t>
            </a:r>
            <a:r>
              <a:rPr lang="en-US"/>
              <a:t> </a:t>
            </a:r>
            <a:r>
              <a:rPr lang="en-US" err="1"/>
              <a:t>criar</a:t>
            </a:r>
            <a:r>
              <a:rPr lang="en-US"/>
              <a:t> </a:t>
            </a:r>
            <a:r>
              <a:rPr lang="en-US" err="1"/>
              <a:t>métricas</a:t>
            </a:r>
            <a:r>
              <a:rPr lang="en-US"/>
              <a:t> para </a:t>
            </a:r>
            <a:r>
              <a:rPr lang="en-US" err="1"/>
              <a:t>acompanhar</a:t>
            </a:r>
            <a:r>
              <a:rPr lang="en-US"/>
              <a:t> a </a:t>
            </a:r>
            <a:r>
              <a:rPr lang="en-US" err="1"/>
              <a:t>evolução</a:t>
            </a:r>
            <a:r>
              <a:rPr lang="en-US"/>
              <a:t> do </a:t>
            </a:r>
            <a:r>
              <a:rPr lang="en-US" err="1"/>
              <a:t>processo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9121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E7913-77D6-4EEC-1DE0-69ADDA9B4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Conclusões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A6D953-278D-EF4D-F60A-0051529F00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err="1"/>
              <a:t>DevSecOps</a:t>
            </a:r>
            <a:r>
              <a:rPr lang="en-US"/>
              <a:t> e um </a:t>
            </a:r>
            <a:r>
              <a:rPr lang="en-US" err="1"/>
              <a:t>processo</a:t>
            </a:r>
            <a:r>
              <a:rPr lang="en-US"/>
              <a:t> </a:t>
            </a:r>
            <a:r>
              <a:rPr lang="en-US" err="1"/>
              <a:t>contínuo</a:t>
            </a:r>
          </a:p>
          <a:p>
            <a:r>
              <a:rPr lang="en-US"/>
              <a:t>Segurança e </a:t>
            </a:r>
            <a:r>
              <a:rPr lang="en-US" err="1"/>
              <a:t>uma</a:t>
            </a:r>
            <a:r>
              <a:rPr lang="en-US"/>
              <a:t> </a:t>
            </a:r>
            <a:r>
              <a:rPr lang="en-US" err="1"/>
              <a:t>responsabilidade</a:t>
            </a:r>
            <a:r>
              <a:rPr lang="en-US"/>
              <a:t> de </a:t>
            </a:r>
            <a:r>
              <a:rPr lang="en-US" err="1"/>
              <a:t>todos</a:t>
            </a:r>
            <a:endParaRPr lang="en-US"/>
          </a:p>
          <a:p>
            <a:r>
              <a:rPr lang="en-US" err="1"/>
              <a:t>Promova</a:t>
            </a:r>
            <a:r>
              <a:rPr lang="en-US"/>
              <a:t> a </a:t>
            </a:r>
            <a:r>
              <a:rPr lang="en-US" err="1"/>
              <a:t>cultura</a:t>
            </a:r>
            <a:r>
              <a:rPr lang="en-US"/>
              <a:t> de </a:t>
            </a:r>
            <a:r>
              <a:rPr lang="en-US" err="1"/>
              <a:t>automação</a:t>
            </a:r>
            <a:r>
              <a:rPr lang="en-US"/>
              <a:t> e </a:t>
            </a:r>
            <a:r>
              <a:rPr lang="en-US" err="1"/>
              <a:t>colaboração</a:t>
            </a:r>
          </a:p>
          <a:p>
            <a:r>
              <a:rPr lang="en-US" err="1"/>
              <a:t>Comece</a:t>
            </a:r>
            <a:r>
              <a:rPr lang="en-US"/>
              <a:t> </a:t>
            </a:r>
            <a:r>
              <a:rPr lang="en-US" err="1"/>
              <a:t>devagar</a:t>
            </a:r>
            <a:r>
              <a:rPr lang="en-US"/>
              <a:t>, </a:t>
            </a:r>
            <a:r>
              <a:rPr lang="en-US" err="1"/>
              <a:t>analise</a:t>
            </a:r>
            <a:r>
              <a:rPr lang="en-US"/>
              <a:t> e </a:t>
            </a:r>
            <a:r>
              <a:rPr lang="en-US" err="1"/>
              <a:t>expanda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407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0559E-597B-61EC-A7D3-30082ACFE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18358-54AF-07BE-9719-A6CB74B47D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/>
              <a:t>Thanks !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4966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5A64B-FD99-6976-6BC5-72FB010C3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Referências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253EAE-E5FD-0992-84CC-BF5BC4CF38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  <a:hlinkClick r:id="rId2"/>
              </a:rPr>
              <a:t>https://owasp.org/</a:t>
            </a:r>
            <a:endParaRPr lang="en-US">
              <a:ea typeface="+mn-lt"/>
              <a:cs typeface="+mn-lt"/>
            </a:endParaRPr>
          </a:p>
          <a:p>
            <a:r>
              <a:rPr lang="en-US">
                <a:ea typeface="+mn-lt"/>
                <a:cs typeface="+mn-lt"/>
                <a:hlinkClick r:id="rId3"/>
              </a:rPr>
              <a:t>https://nvlpubs.nist.gov/nistpubs/SpecialPublications/NIST.SP.800-204D.pdf</a:t>
            </a:r>
          </a:p>
          <a:p>
            <a:r>
              <a:rPr lang="en-US">
                <a:ea typeface="+mn-lt"/>
                <a:cs typeface="+mn-lt"/>
                <a:hlinkClick r:id="rId4"/>
              </a:rPr>
              <a:t>https://www.splunk.com/en_us/blog/learn/devsecops-concepts-principles.html</a:t>
            </a:r>
          </a:p>
          <a:p>
            <a:r>
              <a:rPr lang="en-US">
                <a:ea typeface="+mn-lt"/>
                <a:cs typeface="+mn-lt"/>
                <a:hlinkClick r:id="rId5"/>
              </a:rPr>
              <a:t>https://cloudsecurityalliance.org/</a:t>
            </a:r>
          </a:p>
          <a:p>
            <a:r>
              <a:rPr lang="en-US">
                <a:ea typeface="+mn-lt"/>
                <a:cs typeface="+mn-lt"/>
              </a:rPr>
              <a:t>https://dodcio.defense.gov/Portals/0/Documents/DoD%20Enterprise%20DevSecOps%20Reference%20Design%20v1.0_Public%20Release.pdf?ver=2019-09-26-115824-583</a:t>
            </a:r>
          </a:p>
        </p:txBody>
      </p:sp>
    </p:spTree>
    <p:extLst>
      <p:ext uri="{BB962C8B-B14F-4D97-AF65-F5344CB8AC3E}">
        <p14:creationId xmlns:p14="http://schemas.microsoft.com/office/powerpoint/2010/main" val="9886376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16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office theme</vt:lpstr>
      <vt:lpstr>DevSecOps</vt:lpstr>
      <vt:lpstr>Agenda</vt:lpstr>
      <vt:lpstr>O que é DevSecOps ?</vt:lpstr>
      <vt:lpstr>O que é DevSecOps ?</vt:lpstr>
      <vt:lpstr>O que é DevSecOps ?</vt:lpstr>
      <vt:lpstr>Importância do DevSecOps</vt:lpstr>
      <vt:lpstr>Princípios de DevSecOps</vt:lpstr>
      <vt:lpstr>Começando com DevSecOps</vt:lpstr>
      <vt:lpstr>Começando DevSecOps</vt:lpstr>
      <vt:lpstr>Começando DevSecOps</vt:lpstr>
      <vt:lpstr>Começando DevSecOps</vt:lpstr>
      <vt:lpstr>Exemplos de ferramentas para CI/CD</vt:lpstr>
      <vt:lpstr>Desafios</vt:lpstr>
      <vt:lpstr>Conclusões</vt:lpstr>
      <vt:lpstr>Q&amp;A</vt:lpstr>
      <vt:lpstr>Referências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2025-07-02T15:33:48Z</dcterms:created>
  <dcterms:modified xsi:type="dcterms:W3CDTF">2025-07-06T19:02:43Z</dcterms:modified>
</cp:coreProperties>
</file>